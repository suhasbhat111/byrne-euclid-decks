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3182"/>
            <a:ext cx="5074920" cy="38345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966085"/>
            <a:ext cx="51054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finite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0983452fa563163848e5a4753ac826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5352" y="3142507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60538" y="2966085"/>
            <a:ext cx="7086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3840480"/>
            <a:ext cx="51587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describe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equilateral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3182"/>
            <a:ext cx="5074920" cy="38345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93764" y="1478018"/>
            <a:ext cx="1402080" cy="584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Describe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f815151e3e126330815fcb50080af1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700" y="1598414"/>
            <a:ext cx="525780" cy="5257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31480" y="1478018"/>
            <a:ext cx="792479" cy="584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f659ca9a815191865af2d8951e2ffc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5736" y="1598414"/>
            <a:ext cx="531314" cy="5257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87050" y="1478018"/>
            <a:ext cx="1623060" cy="584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(post.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III);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1697" y="2115134"/>
            <a:ext cx="906780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24f669793dd51db5595c7ae683dd42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7393" y="2179046"/>
            <a:ext cx="856270" cy="3154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33663" y="2115134"/>
            <a:ext cx="792479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2684d7869cc4db05e2387596b7d3bd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7919" y="2179046"/>
            <a:ext cx="856270" cy="3154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14189" y="2115134"/>
            <a:ext cx="1379220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(post.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1617" y="2666123"/>
            <a:ext cx="1523999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will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02fb6279dbe8fe41440bbea0b79c246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1089" y="2730035"/>
            <a:ext cx="351868" cy="3154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22957" y="2666123"/>
            <a:ext cx="2118360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equilateral.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7458" y="3270028"/>
            <a:ext cx="754380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905a793bd7fd848de4251346412e23f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1234" y="3297135"/>
            <a:ext cx="2271369" cy="42062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12604" y="3270028"/>
            <a:ext cx="1523999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(def.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15);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2218" y="3949686"/>
            <a:ext cx="792479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3391da78aff7dfffe4917f522f0ffb0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6474" y="3976794"/>
            <a:ext cx="2271369" cy="42062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727844" y="3949686"/>
            <a:ext cx="1523999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(def.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15);</a:t>
            </a:r>
          </a:p>
        </p:txBody>
      </p:sp>
      <p:pic>
        <p:nvPicPr>
          <p:cNvPr id="26" name="Picture 25" descr="p_95eff660e757dacde2f5d73b5719d5f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4671" y="4656452"/>
            <a:ext cx="2243328" cy="42062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597999" y="4629345"/>
            <a:ext cx="1158240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3521" y="5206792"/>
            <a:ext cx="2034539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9" name="Picture 28" descr="p_02fb6279dbe8fe41440bbea0b79c246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1425" y="5270704"/>
            <a:ext cx="351868" cy="3154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463293" y="5206792"/>
            <a:ext cx="3528060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equilateral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0263" y="5704866"/>
            <a:ext cx="2598419" cy="4980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required.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