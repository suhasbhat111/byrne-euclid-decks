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6826"/>
            <a:ext cx="5074920" cy="4907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34823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e9d358f9634e4067fa33b913b8cc26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59" y="3030893"/>
            <a:ext cx="3703320" cy="6172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84080" y="2966085"/>
            <a:ext cx="19735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3840480"/>
            <a:ext cx="6903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021e0b98ab2331a9a0015ccb4f692f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4891297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85946" y="4714875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6826"/>
            <a:ext cx="5074920" cy="4907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1373" y="1338268"/>
            <a:ext cx="845820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244de6b422ccc63c1740009c392e7c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301" y="1415967"/>
            <a:ext cx="707353" cy="260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85655" y="1338268"/>
            <a:ext cx="2156459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I),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describe</a:t>
            </a:r>
          </a:p>
        </p:txBody>
      </p:sp>
      <p:pic>
        <p:nvPicPr>
          <p:cNvPr id="10" name="Picture 9" descr="p_3b14e0f56b03fb2fc06edece837c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095" y="1407356"/>
            <a:ext cx="501161" cy="4343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02257" y="1338268"/>
            <a:ext cx="1082039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I.1),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7650" y="1858968"/>
            <a:ext cx="114300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ca092b7968fcd6832167618e9ff7a4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2322" y="1887683"/>
            <a:ext cx="707353" cy="2606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89676" y="1858968"/>
            <a:ext cx="12649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II),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9498" y="2239714"/>
            <a:ext cx="1127760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5874e797b64b38f9050f0823060ef9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1978" y="2308802"/>
            <a:ext cx="434339" cy="4343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66318" y="2239714"/>
            <a:ext cx="693420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a851a085e29bb2ecc0453a817f4787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1326" y="2308802"/>
            <a:ext cx="437255" cy="4343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48581" y="2239714"/>
            <a:ext cx="1363979" cy="482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III);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7650" y="2760414"/>
            <a:ext cx="114300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ca092b7968fcd6832167618e9ff7a4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2322" y="2789129"/>
            <a:ext cx="707353" cy="2606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89676" y="2760414"/>
            <a:ext cx="12649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II),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378" y="3141160"/>
            <a:ext cx="71628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4850f0559de65532a3ef1cd9aef560b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9674" y="3169875"/>
            <a:ext cx="707353" cy="2606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77028" y="3141160"/>
            <a:ext cx="236982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required.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7849" y="3585406"/>
            <a:ext cx="5943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127bc181f97443619754a5b24aa7504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3609" y="3602297"/>
            <a:ext cx="1876348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69957" y="3585406"/>
            <a:ext cx="12268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15),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9185" y="4101064"/>
            <a:ext cx="6324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a2cadb511740e7930338081608967d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5425" y="4117955"/>
            <a:ext cx="1876348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21774" y="4101064"/>
            <a:ext cx="113537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32" name="Picture 31" descr="p_c0343576ad465c58ca342202ca7426a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447" y="4633614"/>
            <a:ext cx="1853184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20631" y="4616723"/>
            <a:ext cx="136397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III),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3159" y="5132381"/>
            <a:ext cx="16230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15)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e8f3150c0aba675571bfcbcc853faba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1879" y="5149272"/>
            <a:ext cx="2799631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851511" y="5132381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37" name="Picture 36" descr="p_80d36d4de97595a87f16d110db76e1c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9032" y="5621204"/>
            <a:ext cx="1024596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53629" y="5604313"/>
            <a:ext cx="34899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drawn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39" name="Picture 38" descr="p_ce08bb731a85e645a94a060cfaf3f35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35869" y="5651607"/>
            <a:ext cx="707353" cy="26060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543222" y="5604313"/>
            <a:ext cx="15087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3434" y="6000045"/>
            <a:ext cx="1706879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2" name="Picture 41" descr="p_021e0b98ab2331a9a0015ccb4f692f2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29210" y="6028759"/>
            <a:ext cx="707353" cy="26060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436564" y="6000045"/>
            <a:ext cx="1211580" cy="34264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