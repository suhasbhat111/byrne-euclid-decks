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1091"/>
            <a:ext cx="5074920" cy="465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3078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62f5d034ac25f20fef9d25177de7f8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816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39002" y="2528887"/>
            <a:ext cx="2438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403282"/>
            <a:ext cx="69951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cut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8991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less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a2a6671fc41d6a0ebfd4ef31d3dfb1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60" y="4454099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95546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1091"/>
            <a:ext cx="5074920" cy="465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20026" y="1564332"/>
            <a:ext cx="990599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352e8e62ca1c17fa34c0d2e5042fe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78" y="1654224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4148" y="1564332"/>
            <a:ext cx="1356359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771" y="2282795"/>
            <a:ext cx="131826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2e8c9e8619334c684acc4f4cd55af4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651" y="2412431"/>
            <a:ext cx="530392" cy="525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8043" y="2282795"/>
            <a:ext cx="162306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8186" y="3001257"/>
            <a:ext cx="83058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3ddf0b0d21ae6ca6bece3cdfd5990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922" y="3091149"/>
            <a:ext cx="2271369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64292" y="3001257"/>
            <a:ext cx="22098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2322" y="3788061"/>
            <a:ext cx="68580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7a2edf1d3e33c04ebdc1117f7f1a98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234" y="3877953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12604" y="3788061"/>
            <a:ext cx="145542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15),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2802" y="4720707"/>
            <a:ext cx="72390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ca74cd550a3cf52be8c440cb090f86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2194" y="4810599"/>
            <a:ext cx="2271369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73564" y="4720707"/>
            <a:ext cx="1341119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(const.);</a:t>
            </a:r>
          </a:p>
        </p:txBody>
      </p:sp>
      <p:pic>
        <p:nvPicPr>
          <p:cNvPr id="22" name="Picture 21" descr="p_9fe50190f8ab66fbe73a556760dfb8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0519" y="5529061"/>
            <a:ext cx="2243328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3847" y="5439169"/>
            <a:ext cx="2293620" cy="67745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