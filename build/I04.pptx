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11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IV.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797" y="1225295"/>
            <a:ext cx="2901165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368171"/>
            <a:ext cx="6827520" cy="48691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have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1855089"/>
            <a:ext cx="6103620" cy="48691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respectively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59" y="2342007"/>
            <a:ext cx="1341119" cy="48691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other,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0" name="Picture 9" descr="p_0ce4638d25916b1562467b7bf23cdb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3928" y="2382812"/>
            <a:ext cx="1005186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9114" y="2342007"/>
            <a:ext cx="655320" cy="48691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2" name="Picture 11" descr="p_b048e10a57eae1259d1305144ae8ac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3642" y="2382812"/>
            <a:ext cx="1034751" cy="3703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98394" y="2342007"/>
            <a:ext cx="922020" cy="48691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e5c8a93199d905d94a38e743b707c21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6282" y="2382812"/>
            <a:ext cx="1005186" cy="37033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31468" y="2342007"/>
            <a:ext cx="571500" cy="48691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</a:p>
        </p:txBody>
      </p:sp>
      <p:pic>
        <p:nvPicPr>
          <p:cNvPr id="16" name="Picture 15" descr="p_db23c7aa54eec759e38ac49a14fc4e2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59" y="2869730"/>
            <a:ext cx="1034751" cy="3703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15511" y="2828925"/>
            <a:ext cx="2872740" cy="48691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8" name="Picture 17" descr="p_3ca418373052a007a0959ffc53dda4c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3975" y="2869730"/>
            <a:ext cx="340940" cy="37033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644915" y="2828925"/>
            <a:ext cx="922020" cy="48691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0" name="Picture 19" descr="p_3ca418373052a007a0959ffc53dda4c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72803" y="2869730"/>
            <a:ext cx="340940" cy="37033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13744" y="2828925"/>
            <a:ext cx="274320" cy="48691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59" y="3315843"/>
            <a:ext cx="6819900" cy="48691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contained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those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also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59" y="3802760"/>
            <a:ext cx="5036820" cy="48691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their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bases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their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24" name="Picture 23" descr="p_e34f207cdb5873294d1378c70e2e063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0488" y="3843566"/>
            <a:ext cx="1005186" cy="37033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005674" y="3802760"/>
            <a:ext cx="838200" cy="48691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pic>
        <p:nvPicPr>
          <p:cNvPr id="26" name="Picture 25" descr="p_f70b5530fb74609e0ddbef86c5ddaca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0759" y="4330484"/>
            <a:ext cx="1034751" cy="37033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115511" y="4289678"/>
            <a:ext cx="5684520" cy="48691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also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equal: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remaining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59" y="4776596"/>
            <a:ext cx="5433060" cy="48691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opposite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59" y="5263514"/>
            <a:ext cx="3230880" cy="562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respectively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30" name="Picture 29" descr="p_8f8f84411a09ffef7c2ba6d81a40431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55736" y="5287517"/>
            <a:ext cx="1201832" cy="49377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757568" y="5263514"/>
            <a:ext cx="922020" cy="562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2" name="Picture 31" descr="p_1d24015bb9d57e0045c26fc0923a84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85456" y="5287517"/>
            <a:ext cx="958072" cy="49377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343528" y="5263514"/>
            <a:ext cx="380999" cy="562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59" y="5825870"/>
            <a:ext cx="7048500" cy="48691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every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respect.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IV.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797" y="1225295"/>
            <a:ext cx="2901165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402699"/>
            <a:ext cx="7078980" cy="4352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Let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conceived,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placed,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1837974"/>
            <a:ext cx="5219700" cy="4352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vertex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9" name="Picture 8" descr="p_3ca418373052a007a0959ffc53dda4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6792" y="1879906"/>
            <a:ext cx="290430" cy="3154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437222" y="1837974"/>
            <a:ext cx="571500" cy="4352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1" name="Picture 10" descr="p_3ca418373052a007a0959ffc53dda4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694" y="1879906"/>
            <a:ext cx="290430" cy="3154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075125" y="1837974"/>
            <a:ext cx="251460" cy="4352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2273249"/>
            <a:ext cx="5113020" cy="4352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shall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fall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upon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that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other,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0ce4638d25916b1562467b7bf23cdb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1448" y="2315181"/>
            <a:ext cx="856270" cy="3154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917718" y="2273249"/>
            <a:ext cx="495300" cy="4352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2708523"/>
            <a:ext cx="2065020" cy="4352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coincide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with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b048e10a57eae1259d1305144ae8aca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3047" y="2750456"/>
            <a:ext cx="881454" cy="3154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504502" y="2708523"/>
            <a:ext cx="1554480" cy="4352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will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e5c8a93199d905d94a38e743b707c21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8358" y="2750456"/>
            <a:ext cx="856270" cy="3154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494628" y="2708523"/>
            <a:ext cx="1363980" cy="4352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coincide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3143798"/>
            <a:ext cx="838200" cy="4352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with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2" name="Picture 21" descr="p_db23c7aa54eec759e38ac49a14fc4e2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1591" y="3185730"/>
            <a:ext cx="881454" cy="31546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523046" y="3143798"/>
            <a:ext cx="3581400" cy="4352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applied: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consequently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4" name="Picture 23" descr="p_e34f207cdb5873294d1378c70e2e063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78438" y="3185730"/>
            <a:ext cx="856270" cy="3154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134708" y="3143798"/>
            <a:ext cx="708660" cy="4352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will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59" y="3579073"/>
            <a:ext cx="2065020" cy="4352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coincide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with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7" name="Picture 26" descr="p_f70b5530fb74609e0ddbef86c5ddaca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3047" y="3621005"/>
            <a:ext cx="881454" cy="3154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504502" y="3579073"/>
            <a:ext cx="3550920" cy="4352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lines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will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59" y="4014348"/>
            <a:ext cx="6012180" cy="4352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enclose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space,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impossible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(ax.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X),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4449622"/>
            <a:ext cx="144780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therefore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1" name="Picture 30" descr="p_e92ddb7d009eb680addaa0c29edc726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9271" y="4470069"/>
            <a:ext cx="2271369" cy="42062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400641" y="4449622"/>
            <a:ext cx="28956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3" name="Picture 32" descr="p_8f8f84411a09ffef7c2ba6d81a40431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22561" y="4470069"/>
            <a:ext cx="1023782" cy="420623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546344" y="4449622"/>
            <a:ext cx="72390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pic>
        <p:nvPicPr>
          <p:cNvPr id="35" name="Picture 34" descr="p_1d24015bb9d57e0045c26fc0923a84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80759" y="4949113"/>
            <a:ext cx="816136" cy="42062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96896" y="4928666"/>
            <a:ext cx="2926079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7" name="Picture 36" descr="p_d72a059fa5b3e5fa1314eb8849f03b5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28032" y="4985918"/>
            <a:ext cx="296463" cy="31546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424496" y="4928666"/>
            <a:ext cx="792479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9" name="Picture 38" descr="p_cbc054cd71aeb6287c700070adfe146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48752" y="4985918"/>
            <a:ext cx="296463" cy="31546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245215" y="4928666"/>
            <a:ext cx="144780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coincide,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59" y="5407710"/>
            <a:ext cx="7025640" cy="4352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when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applied,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every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respect.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59" y="5842985"/>
            <a:ext cx="487680" cy="43527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