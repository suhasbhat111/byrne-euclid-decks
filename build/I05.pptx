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9787"/>
            <a:ext cx="5074920" cy="4881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0081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isosceles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53eb75e767f6b12c4f94057a3ac88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528" y="2268112"/>
            <a:ext cx="381554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59082" y="2091690"/>
            <a:ext cx="20878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657606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produced,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840480"/>
            <a:ext cx="68122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4714875"/>
            <a:ext cx="41605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base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99787"/>
            <a:ext cx="5074920" cy="4881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01534"/>
            <a:ext cx="108965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Produce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4cb0c25bb730d4f281325276b1be5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759" y="1328737"/>
            <a:ext cx="670124" cy="246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12884" y="1301534"/>
            <a:ext cx="6553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4cb0c25bb730d4f281325276b1be5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412" y="1328737"/>
            <a:ext cx="670124" cy="246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97537" y="1301534"/>
            <a:ext cx="122682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(post.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II),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1739760"/>
            <a:ext cx="63246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take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a9ee1f319910943d805e357492f30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755762"/>
            <a:ext cx="1777593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4593" y="1739760"/>
            <a:ext cx="10972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I.3);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228278"/>
            <a:ext cx="739139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a44758478dd4cbe433cb4068783f11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343" y="2301887"/>
            <a:ext cx="670124" cy="246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2468" y="2228278"/>
            <a:ext cx="655320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a44758478dd4cbe433cb4068783f11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996" y="2301887"/>
            <a:ext cx="670124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7121" y="2228278"/>
            <a:ext cx="1181099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57fe6bd5b20fc9698dc2caaae505e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273" y="2275014"/>
            <a:ext cx="327845" cy="4114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80118" y="2228278"/>
            <a:ext cx="655320" cy="45719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2" name="Picture 21" descr="p_8dfd2d2a9945fe093be29416518181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4646" y="2275014"/>
            <a:ext cx="327845" cy="4114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80759" y="2799092"/>
            <a:ext cx="102870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c9d1fb37d69af77935856d749cd830b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2815094"/>
            <a:ext cx="1777593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71585" y="2799092"/>
            <a:ext cx="10972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(const.),</a:t>
            </a:r>
          </a:p>
        </p:txBody>
      </p:sp>
      <p:pic>
        <p:nvPicPr>
          <p:cNvPr id="26" name="Picture 25" descr="p_f5d2ea4dbfbb61590f3dfb7575c039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3314814"/>
            <a:ext cx="242969" cy="2468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23729" y="3287610"/>
            <a:ext cx="2095499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both,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3725837"/>
            <a:ext cx="6019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84cde5f3f591efe86eda1feab7b59c3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2616" y="3741839"/>
            <a:ext cx="1777593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30209" y="3725837"/>
            <a:ext cx="8534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(hyp.)</a:t>
            </a:r>
          </a:p>
        </p:txBody>
      </p:sp>
      <p:pic>
        <p:nvPicPr>
          <p:cNvPr id="31" name="Picture 30" descr="p_f60731119a0686705cc7faa7255333f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59" y="4230357"/>
            <a:ext cx="662816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43576" y="4214355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3" name="Picture 32" descr="p_1479b82975de65057c154b0c89fa62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1112" y="4230357"/>
            <a:ext cx="1777593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18706" y="4214355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8f67a686dd0fe9f3c349b57a1b6dda1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3234" y="4230357"/>
            <a:ext cx="669340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02574" y="4214355"/>
            <a:ext cx="214884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Again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7" name="Picture 36" descr="p_595b81ede75c8030fad68a50d301ba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11918" y="4259160"/>
            <a:ext cx="367526" cy="24688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80759" y="4589259"/>
            <a:ext cx="601980" cy="3246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c49f54c5b750ae0beebefb2a5204a77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2616" y="4616462"/>
            <a:ext cx="367526" cy="2468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80759" y="5027485"/>
            <a:ext cx="102870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we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have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1" name="Picture 40" descr="p_2a9ee1f319910943d805e357492f30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5043487"/>
            <a:ext cx="1777593" cy="3291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71585" y="5027485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3" name="Picture 42" descr="p_8f67a686dd0fe9f3c349b57a1b6dda1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9121" y="5043487"/>
            <a:ext cx="669340" cy="3291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338462" y="5027485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5" name="Picture 44" descr="p_1479b82975de65057c154b0c89fa62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2990" y="5043487"/>
            <a:ext cx="1777593" cy="329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530583" y="5027485"/>
            <a:ext cx="205739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47" name="Picture 46" descr="p_63ea9aaae0d2c10f43029801188e167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80759" y="5532005"/>
            <a:ext cx="919625" cy="3291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000385" y="5516003"/>
            <a:ext cx="655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9" name="Picture 48" descr="p_2a866684ea72c9f3873b7ced68f0297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14913" y="5532005"/>
            <a:ext cx="972589" cy="3291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387502" y="5516003"/>
            <a:ext cx="10363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I.4)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6004521"/>
            <a:ext cx="57912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52" name="Picture 51" descr="p_7524e58319488ca2830c881e9076767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4328" y="6020523"/>
            <a:ext cx="578296" cy="32918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12624" y="6004521"/>
            <a:ext cx="2590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54" name="Picture 53" descr="p_5a3c18b90b2820ad6a873d73d857ad12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0160" y="6020523"/>
            <a:ext cx="817473" cy="32918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27633" y="6004521"/>
            <a:ext cx="2049780" cy="37490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III).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8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