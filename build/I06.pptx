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2.png"/><Relationship Id="rId9" Type="http://schemas.openxmlformats.org/officeDocument/2006/relationships/image" Target="../media/image10.png"/><Relationship Id="rId10" Type="http://schemas.openxmlformats.org/officeDocument/2006/relationships/image" Target="../media/image11.png"/><Relationship Id="rId11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VI. Theor.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27770"/>
            <a:ext cx="5074920" cy="442541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80759" y="2528887"/>
            <a:ext cx="272034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In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any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triangle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(</a:t>
            </a:r>
          </a:p>
        </p:txBody>
      </p:sp>
      <p:pic>
        <p:nvPicPr>
          <p:cNvPr id="8" name="Picture 7" descr="p_a7211a97a34eb8656bbc16e3429dad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7304" y="2705309"/>
            <a:ext cx="418827" cy="37033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566131" y="2528887"/>
            <a:ext cx="265938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)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if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two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angles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(</a:t>
            </a:r>
          </a:p>
        </p:txBody>
      </p:sp>
      <p:pic>
        <p:nvPicPr>
          <p:cNvPr id="10" name="Picture 9" descr="p_4da4703f628d397adbc252f1d849c27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83907" y="2705309"/>
            <a:ext cx="414269" cy="37033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998177" y="2528887"/>
            <a:ext cx="83820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and</a:t>
            </a:r>
          </a:p>
        </p:txBody>
      </p:sp>
      <p:pic>
        <p:nvPicPr>
          <p:cNvPr id="12" name="Picture 11" descr="p_c0ef5aa00805adfedf0d3a66baa7dda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0759" y="3579704"/>
            <a:ext cx="414269" cy="37033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95029" y="3403282"/>
            <a:ext cx="358140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)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are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equal,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sides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(</a:t>
            </a:r>
          </a:p>
        </p:txBody>
      </p:sp>
      <p:pic>
        <p:nvPicPr>
          <p:cNvPr id="14" name="Picture 13" descr="p_5f3eafa16f7b759fc1fbf155629f032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50421" y="3579704"/>
            <a:ext cx="1005186" cy="37033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55608" y="3403282"/>
            <a:ext cx="83820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and</a:t>
            </a:r>
          </a:p>
        </p:txBody>
      </p:sp>
      <p:pic>
        <p:nvPicPr>
          <p:cNvPr id="16" name="Picture 15" descr="p_a2a21678d30d710281ef1c038bedf5e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80759" y="4454099"/>
            <a:ext cx="1005186" cy="37033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085946" y="4277677"/>
            <a:ext cx="548640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)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opposite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them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are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also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equal.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VI. Theor.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Proof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27770"/>
            <a:ext cx="5074920" cy="442541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370058" y="1394697"/>
            <a:ext cx="5212080" cy="3527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For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if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sides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be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not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equal,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let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one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of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them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8" name="Picture 7" descr="p_5f3eafa16f7b759fc1fbf155629f03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9994" y="1426964"/>
            <a:ext cx="707353" cy="26060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137348" y="1394697"/>
            <a:ext cx="464820" cy="3527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be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19994" y="1747493"/>
            <a:ext cx="2636520" cy="3527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greater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than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other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1" name="Picture 10" descr="p_a2a21678d30d710281ef1c038bedf5e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9482" y="1779760"/>
            <a:ext cx="707353" cy="26060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326836" y="1747493"/>
            <a:ext cx="2415540" cy="3527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,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from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it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cut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off</a:t>
            </a:r>
          </a:p>
        </p:txBody>
      </p:sp>
      <p:pic>
        <p:nvPicPr>
          <p:cNvPr id="13" name="Picture 12" descr="p_42c3aea491ab06176043d9a762d4b65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6303" y="2117180"/>
            <a:ext cx="1876348" cy="34747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032651" y="2100289"/>
            <a:ext cx="1844040" cy="395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I.3),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draw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5" name="Picture 14" descr="p_5faa5e9e8b818aefed2b401d5cccc75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98155" y="2147584"/>
            <a:ext cx="707353" cy="26060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105509" y="2100289"/>
            <a:ext cx="563880" cy="395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.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in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7" name="Picture 16" descr="p_ade229ce8d1f066e20443b52079bcf2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46885" y="2147584"/>
            <a:ext cx="371743" cy="26060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0818629" y="2100289"/>
            <a:ext cx="693420" cy="395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9" name="Picture 18" descr="p_a7211a97a34eb8656bbc16e3429dade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263637" y="2147584"/>
            <a:ext cx="294730" cy="26060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1558368" y="2100289"/>
            <a:ext cx="205739" cy="395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,</a:t>
            </a:r>
          </a:p>
        </p:txBody>
      </p:sp>
      <p:pic>
        <p:nvPicPr>
          <p:cNvPr id="21" name="Picture 20" descr="p_42c3aea491ab06176043d9a762d4b65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7305" y="2637086"/>
            <a:ext cx="1876348" cy="34747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423653" y="2620195"/>
            <a:ext cx="1135379" cy="395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(const.),</a:t>
            </a:r>
          </a:p>
        </p:txBody>
      </p:sp>
      <p:pic>
        <p:nvPicPr>
          <p:cNvPr id="23" name="Picture 22" descr="p_4f7eff75a5fa4af01d02d843e36d7bb7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03255" y="3156992"/>
            <a:ext cx="765616" cy="34747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968871" y="3140101"/>
            <a:ext cx="883920" cy="395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(hyp.)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9674" y="3660006"/>
            <a:ext cx="632460" cy="3527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26" name="Picture 25" descr="p_9cbe19482620c5d4ac16bdfc681d397b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65914" y="3692274"/>
            <a:ext cx="707353" cy="260604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973268" y="3660006"/>
            <a:ext cx="1295399" cy="3527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common,</a:t>
            </a:r>
          </a:p>
        </p:txBody>
      </p:sp>
      <p:pic>
        <p:nvPicPr>
          <p:cNvPr id="28" name="Picture 27" descr="p_4411f74dae82a510ba0b728db5951e55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12468" y="4153867"/>
            <a:ext cx="383110" cy="347472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695578" y="4136976"/>
            <a:ext cx="3589020" cy="395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triangles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are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equal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I.4)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73671" y="4656882"/>
            <a:ext cx="4914900" cy="3527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a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part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equal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to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whole,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which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is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absurd;</a:t>
            </a:r>
          </a:p>
        </p:txBody>
      </p:sp>
      <p:pic>
        <p:nvPicPr>
          <p:cNvPr id="31" name="Picture 30" descr="p_4411f74dae82a510ba0b728db5951e55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96098" y="5077655"/>
            <a:ext cx="383110" cy="347472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479208" y="5060764"/>
            <a:ext cx="2423160" cy="395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neither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of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sides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33" name="Picture 32" descr="p_5f3eafa16f7b759fc1fbf155629f03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8008" y="5108059"/>
            <a:ext cx="707353" cy="260604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9015362" y="5060764"/>
            <a:ext cx="502920" cy="395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or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35" name="Picture 34" descr="p_a2a21678d30d710281ef1c038bedf5e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7970" y="5108059"/>
            <a:ext cx="707353" cy="260604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0015324" y="5060764"/>
            <a:ext cx="2209800" cy="395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is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greater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than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the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16543" y="5456496"/>
            <a:ext cx="807720" cy="3527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other,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37551" y="5933466"/>
            <a:ext cx="3505200" cy="3527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EB Garamond"/>
              </a:rPr>
              <a:t>hence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they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are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equal.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Q.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E.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900" b="0" i="0">
                <a:solidFill>
                  <a:srgbClr val="222222"/>
                </a:solidFill>
                <a:latin typeface="EB Garamond"/>
              </a:rPr>
              <a:t>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