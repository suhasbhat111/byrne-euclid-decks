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27" y="1225296"/>
            <a:ext cx="323970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31927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9754d60be8a2b22b3d607e32aab616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15393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30442" y="1382207"/>
            <a:ext cx="220980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201631"/>
            <a:ext cx="58140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cannot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021055"/>
            <a:ext cx="70256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conterminous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a84b86db58d2966609666053f4093e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3997662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5946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84b86db58d2966609666053f4093e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34" y="399766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19021" y="3840480"/>
            <a:ext cx="3200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7b07bdf4494678059244a438352535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325" y="3997662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0512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7b07bdf4494678059244a438352535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400" y="3997662"/>
            <a:ext cx="1005186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03587" y="3840480"/>
            <a:ext cx="2743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4659904"/>
            <a:ext cx="65608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both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5479328"/>
            <a:ext cx="19354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each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27" y="1225296"/>
            <a:ext cx="323970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0231" y="1468598"/>
            <a:ext cx="704850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stand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4135" y="1940974"/>
            <a:ext cx="706374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either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6535" y="2413350"/>
            <a:ext cx="668274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outside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255" y="2885726"/>
            <a:ext cx="656844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lastly,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possible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5383" y="3358101"/>
            <a:ext cx="496062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constructed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12" name="Picture 11" descr="p_258846879f00a7097a8e9469f25546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388" y="3850924"/>
            <a:ext cx="3374136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97524" y="3830477"/>
            <a:ext cx="175259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cfa5b7b3275e479689a1abad2f838f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876" y="3887729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21800" y="4309521"/>
            <a:ext cx="8077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2e56978df8bc77d80346d7c692232f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248" y="4329968"/>
            <a:ext cx="928043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86292" y="4309521"/>
            <a:ext cx="134111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ae4782f5106a50ee536b4449a00383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460" y="4329968"/>
            <a:ext cx="1228881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8342" y="4309521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0" name="Picture 19" descr="p_ec0030720445808f94478a8d31df19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755" y="4809012"/>
            <a:ext cx="3601592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19348" y="4788565"/>
            <a:ext cx="25527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7119" y="5267609"/>
            <a:ext cx="643128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cannot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conterminous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5739985"/>
            <a:ext cx="6332220" cy="4723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both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