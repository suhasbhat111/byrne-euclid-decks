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793" y="1225296"/>
            <a:ext cx="237517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572715"/>
            <a:ext cx="682752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214337"/>
            <a:ext cx="707136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855958"/>
            <a:ext cx="27432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9e9258aa0d1389a11fdad16ab7b910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907704"/>
            <a:ext cx="2666390" cy="493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56878" y="2855958"/>
            <a:ext cx="83820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2" name="Picture 11" descr="p_27e174db950b0545d3121f9f630062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3549325"/>
            <a:ext cx="2666390" cy="493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47150" y="3497579"/>
            <a:ext cx="367284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1590e16894efd29df9d7828ff7b1a5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4190947"/>
            <a:ext cx="2666390" cy="493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47150" y="4139201"/>
            <a:ext cx="288798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4780822"/>
            <a:ext cx="1341119" cy="6858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7" name="Picture 16" descr="p_5bc37e424e0430c4283e79d61f88b6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928" y="4698526"/>
            <a:ext cx="845819" cy="6172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89748" y="4780822"/>
            <a:ext cx="922020" cy="6858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5bc37e424e0430c4283e79d61f88b6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4698526"/>
            <a:ext cx="845819" cy="6172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63456" y="4780822"/>
            <a:ext cx="2499359" cy="6858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contained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5466622"/>
            <a:ext cx="5059680" cy="64162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793" y="1225296"/>
            <a:ext cx="237517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14338"/>
            <a:ext cx="256032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7debe28fef2f912d2b2906eb7b6b55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473754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75558" y="1414338"/>
            <a:ext cx="792479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352e9e59388c634c1fba586079623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814" y="1473754"/>
            <a:ext cx="881454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1268" y="1414338"/>
            <a:ext cx="52578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899566"/>
            <a:ext cx="694182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conceived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placed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384794"/>
            <a:ext cx="687324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them,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870023"/>
            <a:ext cx="278892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395ada9810b9ad780f8c1fa57ea950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2929439"/>
            <a:ext cx="856270" cy="315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58438" y="2870023"/>
            <a:ext cx="792479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9b154d1dd528b37d191473f7140c2f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694" y="2929439"/>
            <a:ext cx="881454" cy="3154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64148" y="2870023"/>
            <a:ext cx="28956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dfad32a19280c6fd7e888b81f76143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6068" y="2929439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0759" y="3355251"/>
            <a:ext cx="7239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302732d21a1e5d952d6a34bd82ee8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51" y="3414667"/>
            <a:ext cx="881454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1606" y="3355251"/>
            <a:ext cx="489966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conterminous,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840480"/>
            <a:ext cx="635508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4325708"/>
            <a:ext cx="704088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suppose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would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contradict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4810936"/>
            <a:ext cx="45720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last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proposition.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395ada9810b9ad780f8c1fa57ea950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4870352"/>
            <a:ext cx="856270" cy="3154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484902" y="4810936"/>
            <a:ext cx="7239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8" name="Picture 27" descr="p_dfad32a19280c6fd7e888b81f76143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5355581"/>
            <a:ext cx="856270" cy="3154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37030" y="5296165"/>
            <a:ext cx="33528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9b154d1dd528b37d191473f7140c2f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542" y="5355581"/>
            <a:ext cx="881454" cy="3154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90996" y="5296165"/>
            <a:ext cx="72390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32" name="Picture 31" descr="p_302732d21a1e5d952d6a34bd82ee8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5840809"/>
            <a:ext cx="881454" cy="3154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62214" y="5781393"/>
            <a:ext cx="28956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b51035e03a4f2a4beb93d47310df3d0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4134" y="5804005"/>
            <a:ext cx="874630" cy="42062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58765" y="5781393"/>
            <a:ext cx="1424940" cy="4852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