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IX.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00" y="1225296"/>
            <a:ext cx="481715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3403282"/>
            <a:ext cx="5760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bisect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3804675bd53525e15e7f0eb4a53b09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3579704"/>
            <a:ext cx="429114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08722" y="3403282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IX.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00" y="1225296"/>
            <a:ext cx="481715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6235" y="1321139"/>
            <a:ext cx="89154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a7b60a14868053ba710468bcf50ed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739" y="1424068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71109" y="1321139"/>
            <a:ext cx="211074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I.3)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0981709a428b2500ab4c4d8c86adb8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9973" y="1460873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06243" y="1321139"/>
            <a:ext cx="22098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7618" y="2035846"/>
            <a:ext cx="3040379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faea283141342307f261daf5a5130b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0194" y="2175579"/>
            <a:ext cx="356362" cy="3154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36556" y="2035846"/>
            <a:ext cx="1356359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8104" y="3000699"/>
            <a:ext cx="90678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68b16ffa86f87462f07657b3add892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800" y="3140433"/>
            <a:ext cx="856270" cy="3154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90070" y="3000699"/>
            <a:ext cx="28956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e3b94ff217c7af476e3c85f959fd79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1990" y="3103628"/>
            <a:ext cx="2243328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55318" y="3000699"/>
            <a:ext cx="125730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1736" y="3965553"/>
            <a:ext cx="72390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68b16ffa86f87462f07657b3add892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128" y="4105287"/>
            <a:ext cx="856270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47398" y="3965553"/>
            <a:ext cx="413766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3728" y="4930407"/>
            <a:ext cx="72390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0c9161b96d8edb15379ac59999acd4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3120" y="5033336"/>
            <a:ext cx="2271369" cy="42062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34490" y="4930407"/>
            <a:ext cx="1409699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342e9538a44498f763ce09aa4aded84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522" y="5033336"/>
            <a:ext cx="847924" cy="4206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00446" y="4930407"/>
            <a:ext cx="1356359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I.8).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615" y="5645113"/>
            <a:ext cx="1272540" cy="7147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