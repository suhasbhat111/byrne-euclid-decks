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13277"/>
            <a:ext cx="5074920" cy="44544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966085"/>
            <a:ext cx="60731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bisect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finite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f7a66f0d9e6b3564d44884e83cc60c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59" y="4016902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85946" y="3840480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13277"/>
            <a:ext cx="5074920" cy="44544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4044" y="1365158"/>
            <a:ext cx="1623060" cy="73890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Construct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fc8458d96af0488cf044a1d1d13b63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2764" y="1513359"/>
            <a:ext cx="357366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70130" y="1365158"/>
            <a:ext cx="1356359" cy="73890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I.1),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8219" y="2362675"/>
            <a:ext cx="906780" cy="73890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26b48dd8bd9179b140c72f0edb6ab7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915" y="2510877"/>
            <a:ext cx="856270" cy="3154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70186" y="2362675"/>
            <a:ext cx="1394459" cy="73890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making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180a913d6a223f4ee3c7cc68c2a044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6026" y="2474073"/>
            <a:ext cx="667657" cy="4206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43683" y="2362675"/>
            <a:ext cx="2171700" cy="73890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I.9).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</a:p>
        </p:txBody>
      </p:sp>
      <p:pic>
        <p:nvPicPr>
          <p:cNvPr id="15" name="Picture 14" descr="p_640f814737f159e4f4028a1520bafe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4786" y="3212975"/>
            <a:ext cx="2271369" cy="42062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76156" y="3101577"/>
            <a:ext cx="2247900" cy="73890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I.4),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for</a:t>
            </a:r>
          </a:p>
        </p:txBody>
      </p:sp>
      <p:pic>
        <p:nvPicPr>
          <p:cNvPr id="17" name="Picture 16" descr="p_6787b4258fabb95b565f0c73428478d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9766" y="3951877"/>
            <a:ext cx="2271369" cy="4206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11135" y="3840480"/>
            <a:ext cx="1325880" cy="73890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(const.)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180a913d6a223f4ee3c7cc68c2a044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2111" y="3951877"/>
            <a:ext cx="667657" cy="4206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88208" y="4837997"/>
            <a:ext cx="723900" cy="73890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1" name="Picture 20" descr="p_26b48dd8bd9179b140c72f0edb6ab7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7600" y="4986199"/>
            <a:ext cx="856270" cy="3154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13870" y="4837997"/>
            <a:ext cx="4221480" cy="73890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common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triangles.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5135" y="5576899"/>
            <a:ext cx="6111240" cy="73890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is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bisected.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