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58859"/>
            <a:ext cx="5074920" cy="35632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528887"/>
            <a:ext cx="710184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From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point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([middle]D),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3403282"/>
            <a:ext cx="22783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9" name="Picture 8" descr="p_91ecbe359f3652ff28ef83ca06d231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3736" y="3579704"/>
            <a:ext cx="1322614" cy="3703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16350" y="3403282"/>
            <a:ext cx="19735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),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4277677"/>
            <a:ext cx="2522219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perpendicular.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58859"/>
            <a:ext cx="5074920" cy="35632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25615" y="1267015"/>
            <a:ext cx="603504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Take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any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point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([middle]C)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line,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5020" y="1802625"/>
            <a:ext cx="1120139" cy="45821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cut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off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9" name="Picture 8" descr="p_73dbc6caf79f5a41d42cdce436dbd9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404" y="1822183"/>
            <a:ext cx="2172614" cy="4023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904018" y="1802625"/>
            <a:ext cx="1287780" cy="45821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I.3),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311" y="2399703"/>
            <a:ext cx="145542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construct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2" name="Picture 11" descr="p_4ca6ec8fd6011db5afc521cbd978d0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0919" y="2432951"/>
            <a:ext cx="341807" cy="3017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22727" y="2399703"/>
            <a:ext cx="128778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I.1),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8599" y="2935312"/>
            <a:ext cx="87630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5" name="Picture 14" descr="p_c1ca8d32e6328338e232296db8bdd4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9911" y="2968561"/>
            <a:ext cx="819041" cy="3017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48952" y="2935312"/>
            <a:ext cx="473964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it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shall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be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perpendicular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319" y="3332060"/>
            <a:ext cx="147828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line.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1428" y="3805008"/>
            <a:ext cx="662940" cy="45821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For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9" name="Picture 18" descr="p_85c74ff06bcc259b02b068c22e368a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2052" y="3824566"/>
            <a:ext cx="2172614" cy="40233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754666" y="3805008"/>
            <a:ext cx="1203960" cy="45821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(const.)</a:t>
            </a:r>
          </a:p>
        </p:txBody>
      </p:sp>
      <p:pic>
        <p:nvPicPr>
          <p:cNvPr id="21" name="Picture 20" descr="p_8469b832bf8dcd4944e98de27c4873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1740" y="4421644"/>
            <a:ext cx="2172614" cy="40233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544354" y="4402086"/>
            <a:ext cx="1203960" cy="45821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(const.)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9975" y="4999164"/>
            <a:ext cx="70104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and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4" name="Picture 23" descr="p_c1ca8d32e6328338e232296db8bdd4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1079" y="5032413"/>
            <a:ext cx="819041" cy="30175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950120" y="4999164"/>
            <a:ext cx="4061460" cy="3967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common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two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triangles.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5155" y="5446712"/>
            <a:ext cx="1523999" cy="45821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Therefore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27" name="Picture 26" descr="p_5bf5b0c887d8a03bec5bbe16356c66f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4627" y="5466270"/>
            <a:ext cx="830217" cy="40233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424844" y="5446712"/>
            <a:ext cx="1211579" cy="45821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I.8)</a:t>
            </a:r>
          </a:p>
        </p:txBody>
      </p:sp>
      <p:pic>
        <p:nvPicPr>
          <p:cNvPr id="29" name="Picture 28" descr="p_d46850aea9772535d2556a89783f73f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1751" y="5975286"/>
            <a:ext cx="2145792" cy="40233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997543" y="5955728"/>
            <a:ext cx="2537460" cy="45821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(def.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10).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2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