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2763"/>
            <a:ext cx="5074920" cy="3495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865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perpendicular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49225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indefinite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60317a7f924f44c026685e40215857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048" y="3579704"/>
            <a:ext cx="1132157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1205" y="3403282"/>
            <a:ext cx="2743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53492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(A)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2763"/>
            <a:ext cx="5074920" cy="3495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22324"/>
            <a:ext cx="673608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centre,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line,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683004"/>
            <a:ext cx="21793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distance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4bccfcdc640bd6f75847aa71199f81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487" y="1713230"/>
            <a:ext cx="744582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59070" y="1683004"/>
            <a:ext cx="415290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capable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extending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043684"/>
            <a:ext cx="17602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side,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86121bc3892e57ccf5184d98bd2edc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7" y="2073910"/>
            <a:ext cx="660227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39435" y="2043684"/>
            <a:ext cx="2057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2455164"/>
            <a:ext cx="8686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8d83308a035d5f747a57ebceb9dbe4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472944"/>
            <a:ext cx="1975103" cy="3657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41080" y="2455164"/>
            <a:ext cx="134111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I.10),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997961"/>
            <a:ext cx="8077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3faba967a5aa483ec7ea42042511ec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208" y="3028187"/>
            <a:ext cx="744582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61790" y="2997961"/>
            <a:ext cx="26669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3faba967a5aa483ec7ea42042511ec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422" y="3028187"/>
            <a:ext cx="744582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10005" y="2997961"/>
            <a:ext cx="70866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0ec59f00031d39388dc442688b358a8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205" y="3028187"/>
            <a:ext cx="744582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11788" y="2997961"/>
            <a:ext cx="2057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3484879"/>
            <a:ext cx="74676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5" name="Picture 24" descr="p_2e5cbc2211be6717295fa1041ed1737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8439" y="3502659"/>
            <a:ext cx="1772529" cy="36575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40969" y="3484879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977639"/>
            <a:ext cx="225551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I.8)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since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8d83308a035d5f747a57ebceb9dbe4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5447" y="3995419"/>
            <a:ext cx="1975103" cy="36575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50551" y="3977639"/>
            <a:ext cx="118109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30" name="Picture 29" descr="p_0ec59f00031d39388dc442688b358a8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4550663"/>
            <a:ext cx="744582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25342" y="4520437"/>
            <a:ext cx="230124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both,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007356"/>
            <a:ext cx="6477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3" name="Picture 32" descr="p_f1fe644a5e85e308029694d315ae8d3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9192" y="5025136"/>
            <a:ext cx="1975103" cy="36575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64296" y="5007356"/>
            <a:ext cx="128016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15),</a:t>
            </a:r>
          </a:p>
        </p:txBody>
      </p:sp>
      <p:pic>
        <p:nvPicPr>
          <p:cNvPr id="35" name="Picture 34" descr="p_b912becb2a70112ba7febf5656d3656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5492496"/>
            <a:ext cx="865051" cy="36575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45811" y="5474716"/>
            <a:ext cx="7162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37" name="Picture 36" descr="p_ee91e78e13984f18465fda7052824ad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5959856"/>
            <a:ext cx="1950720" cy="36575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31480" y="5942076"/>
            <a:ext cx="23164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10).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