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36335"/>
            <a:ext cx="5074920" cy="40082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654492"/>
            <a:ext cx="362711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When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cb819b05803ffe4fd7eb80b9f5ae86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728" y="1830914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77914" y="1654492"/>
            <a:ext cx="17678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2528887"/>
            <a:ext cx="46177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upon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another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1" name="Picture 10" descr="p_f5c984d00f077213c3fcc368fd464d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208" y="2705309"/>
            <a:ext cx="1005186" cy="3703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70394" y="2528887"/>
            <a:ext cx="136397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makes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3403282"/>
            <a:ext cx="63779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it;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either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4277677"/>
            <a:ext cx="60198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together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5152072"/>
            <a:ext cx="12192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angles.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36335"/>
            <a:ext cx="5074920" cy="40082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516925"/>
            <a:ext cx="48006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cb819b05803ffe4fd7eb80b9f5ae86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79" y="1575686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11350" y="1516925"/>
            <a:ext cx="95250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f5c984d00f077213c3fcc368fd464d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622" y="1575686"/>
            <a:ext cx="856270" cy="315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19892" y="1516925"/>
            <a:ext cx="914399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then,</a:t>
            </a:r>
          </a:p>
        </p:txBody>
      </p:sp>
      <p:pic>
        <p:nvPicPr>
          <p:cNvPr id="12" name="Picture 11" descr="p_51ca4a8020aa8e5a6abf97feceac0d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59" y="2238360"/>
            <a:ext cx="410609" cy="3154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91369" y="2179599"/>
            <a:ext cx="792479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acd611a7f385553c7789edf8cbd563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5625" y="2201555"/>
            <a:ext cx="1061574" cy="4206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77199" y="2179599"/>
            <a:ext cx="145542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(def.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10),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2743724"/>
            <a:ext cx="1005839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cb819b05803ffe4fd7eb80b9f5ae86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703" y="2802485"/>
            <a:ext cx="856270" cy="3154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31974" y="2743724"/>
            <a:ext cx="150114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f5c984d00f077213c3fcc368fd464d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158" y="2802485"/>
            <a:ext cx="856270" cy="3154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79428" y="2743724"/>
            <a:ext cx="22098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3406397"/>
            <a:ext cx="90678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2" name="Picture 21" descr="p_e4d909429ca689db41989e77b1f902a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6455" y="3428354"/>
            <a:ext cx="2038408" cy="4206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34864" y="3406397"/>
            <a:ext cx="1531619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I.11);</a:t>
            </a:r>
          </a:p>
        </p:txBody>
      </p:sp>
      <p:pic>
        <p:nvPicPr>
          <p:cNvPr id="24" name="Picture 23" descr="p_7a767b163c481b68042b6ac254b40d2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59" y="3965556"/>
            <a:ext cx="1475522" cy="42062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556282" y="3943599"/>
            <a:ext cx="1341119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(const.),</a:t>
            </a:r>
          </a:p>
        </p:txBody>
      </p:sp>
      <p:pic>
        <p:nvPicPr>
          <p:cNvPr id="26" name="Picture 25" descr="p_1afad167e41abc098beb9cc3e72a13f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59" y="4628230"/>
            <a:ext cx="1622406" cy="420623"/>
          </a:xfrm>
          <a:prstGeom prst="rect">
            <a:avLst/>
          </a:prstGeom>
        </p:spPr>
      </p:pic>
      <p:pic>
        <p:nvPicPr>
          <p:cNvPr id="27" name="Picture 26" descr="p_1659bdb22ecf6198cd6be954b759816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0759" y="5165432"/>
            <a:ext cx="2149855" cy="42062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30615" y="5143475"/>
            <a:ext cx="112776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II)</a:t>
            </a:r>
          </a:p>
        </p:txBody>
      </p:sp>
      <p:pic>
        <p:nvPicPr>
          <p:cNvPr id="29" name="Picture 28" descr="p_1e719e80e96765fba0358bceb4c13cc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759" y="5702634"/>
            <a:ext cx="1735908" cy="42062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816668" y="5680677"/>
            <a:ext cx="1424940" cy="483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