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6215"/>
            <a:ext cx="5074920" cy="51085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382207"/>
            <a:ext cx="35509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dd6128d0c0344dc881fbaec2a32430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1768" y="1539389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16954" y="1382207"/>
            <a:ext cx="9220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d22a0b40a5e96f24cd47b1eb98350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4842" y="1539389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50029" y="1382207"/>
            <a:ext cx="37338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201631"/>
            <a:ext cx="486918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meeting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third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3" name="Picture 12" descr="p_6ce6b25a877c34afa8e52edb9b7b7a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6376" y="2358813"/>
            <a:ext cx="100518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71562" y="2201631"/>
            <a:ext cx="76200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3021055"/>
            <a:ext cx="698754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point,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it,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3840480"/>
            <a:ext cx="489966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with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adjacent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7" name="Picture 16" descr="p_e199daa0653a0932fc50c008c86825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0760" y="3997662"/>
            <a:ext cx="446749" cy="37033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337509" y="3840480"/>
            <a:ext cx="9220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99c01a67f88e3942e9b6134f9a69381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5397" y="3997662"/>
            <a:ext cx="400687" cy="37033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366084" y="3840480"/>
            <a:ext cx="27432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4659904"/>
            <a:ext cx="645414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angles;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5479328"/>
            <a:ext cx="6530340" cy="81942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continuous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XIV.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6215"/>
            <a:ext cx="5074920" cy="51085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473302"/>
            <a:ext cx="2636520" cy="46138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For,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possible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let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e887f862be0fa5e862eadd2b895f7b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247" y="1524373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36518" y="1473302"/>
            <a:ext cx="1424940" cy="46138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9d22a0b40a5e96f24cd47b1eb98350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742" y="1524373"/>
            <a:ext cx="856270" cy="3154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23012" y="1473302"/>
            <a:ext cx="220980" cy="46138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102362"/>
            <a:ext cx="3307080" cy="46138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continuation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dd6128d0c0344dc881fbaec2a32430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6696" y="2153434"/>
            <a:ext cx="856270" cy="3154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72966" y="2102362"/>
            <a:ext cx="220980" cy="46138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731423"/>
            <a:ext cx="83058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f3e24ddc7c9061c9befd85b8b12175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5495" y="2751870"/>
            <a:ext cx="1251086" cy="4206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80759" y="3263213"/>
            <a:ext cx="313182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but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hypothesis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4a38e6ddd4e7631597f9d53379f2aa3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7" y="3283660"/>
            <a:ext cx="1548964" cy="420623"/>
          </a:xfrm>
          <a:prstGeom prst="rect">
            <a:avLst/>
          </a:prstGeom>
        </p:spPr>
      </p:pic>
      <p:pic>
        <p:nvPicPr>
          <p:cNvPr id="19" name="Picture 18" descr="p_b4efb8b4697083f4966313670066919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59" y="3815451"/>
            <a:ext cx="803499" cy="4206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84259" y="3795004"/>
            <a:ext cx="473202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III);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which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absurd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IX).</a:t>
            </a:r>
          </a:p>
        </p:txBody>
      </p:sp>
      <p:pic>
        <p:nvPicPr>
          <p:cNvPr id="21" name="Picture 20" descr="p_61026e665de2a888ecb13ab059b3dd8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59" y="4347241"/>
            <a:ext cx="1240301" cy="42062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21061" y="4326794"/>
            <a:ext cx="381000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not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continuation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3" name="Picture 22" descr="p_dd6128d0c0344dc881fbaec2a32430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333" y="4384046"/>
            <a:ext cx="856270" cy="3154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15603" y="4326794"/>
            <a:ext cx="80772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4805838"/>
            <a:ext cx="6995160" cy="46138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like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may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demonstrated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straight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5267226"/>
            <a:ext cx="164592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except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7" name="Picture 26" descr="p_9d22a0b40a5e96f24cd47b1eb98350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7" y="5324477"/>
            <a:ext cx="856270" cy="3154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144038" y="5267226"/>
            <a:ext cx="28956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9" name="Picture 28" descr="p_54737080c902e1c017eb7da27269636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5958" y="5287673"/>
            <a:ext cx="1240301" cy="42062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506259" y="5267226"/>
            <a:ext cx="2796540" cy="47904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continuation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5746270"/>
            <a:ext cx="533400" cy="46138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2" name="Picture 31" descr="p_dd6128d0c0344dc881fbaec2a32430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751" y="5797342"/>
            <a:ext cx="856270" cy="3154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54022" y="5746270"/>
            <a:ext cx="1424940" cy="46138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