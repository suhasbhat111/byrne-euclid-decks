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XV.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20899"/>
            <a:ext cx="5074920" cy="4439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528887"/>
            <a:ext cx="310896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right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8" name="Picture 7" descr="p_7f1850c81b2d8183b487e446a08b13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705309"/>
            <a:ext cx="1005186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463386" y="2528887"/>
            <a:ext cx="9220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19e9298d859447d33c1a3308f6ba5c2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1274" y="2705309"/>
            <a:ext cx="1005186" cy="3703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96461" y="2528887"/>
            <a:ext cx="2743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59" y="3403282"/>
            <a:ext cx="66446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intersect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another,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vertical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angles</a:t>
            </a:r>
          </a:p>
        </p:txBody>
      </p:sp>
      <p:pic>
        <p:nvPicPr>
          <p:cNvPr id="13" name="Picture 12" descr="p_91f383e5194ee9effba78071123ceac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59" y="4454099"/>
            <a:ext cx="339471" cy="37033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20230" y="4277677"/>
            <a:ext cx="9220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5" name="Picture 14" descr="p_21dc597b2c75e79c5c12a000510b284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8118" y="4454099"/>
            <a:ext cx="339471" cy="37033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87589" y="4277677"/>
            <a:ext cx="3200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7" name="Picture 16" descr="p_c58254c4967204dd63a47b8bd5562ec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3893" y="4454099"/>
            <a:ext cx="476141" cy="37033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010035" y="4277677"/>
            <a:ext cx="9220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9" name="Picture 18" descr="p_dcac04835475451ad738eaf696dd759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37923" y="4454099"/>
            <a:ext cx="476141" cy="37033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114064" y="4277677"/>
            <a:ext cx="17678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XV.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20899"/>
            <a:ext cx="5074920" cy="4439160"/>
          </a:xfrm>
          <a:prstGeom prst="rect">
            <a:avLst/>
          </a:prstGeom>
        </p:spPr>
      </p:pic>
      <p:pic>
        <p:nvPicPr>
          <p:cNvPr id="7" name="Picture 6" descr="p_bc636b3c12b96a1b6405d88d8643a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5411" y="1840976"/>
            <a:ext cx="1378712" cy="420623"/>
          </a:xfrm>
          <a:prstGeom prst="rect">
            <a:avLst/>
          </a:prstGeom>
        </p:spPr>
      </p:pic>
      <p:pic>
        <p:nvPicPr>
          <p:cNvPr id="8" name="Picture 7" descr="p_57cea086ba5e9ba2d08c39e82a5fdeb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5411" y="2643952"/>
            <a:ext cx="1378712" cy="420623"/>
          </a:xfrm>
          <a:prstGeom prst="rect">
            <a:avLst/>
          </a:prstGeom>
        </p:spPr>
      </p:pic>
      <p:pic>
        <p:nvPicPr>
          <p:cNvPr id="9" name="Picture 8" descr="p_53e46f40792b8866aa24cf661532d04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6010" y="3446928"/>
            <a:ext cx="870457" cy="42062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286468" y="3333447"/>
            <a:ext cx="22098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391" y="4165484"/>
            <a:ext cx="575310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manner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may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shown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that</a:t>
            </a:r>
          </a:p>
        </p:txBody>
      </p:sp>
      <p:pic>
        <p:nvPicPr>
          <p:cNvPr id="12" name="Picture 11" descr="p_0a4605f8dabe60cd4fd864f2ad416e3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5529" y="5322090"/>
            <a:ext cx="1068251" cy="42062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903781" y="5208609"/>
            <a:ext cx="142494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