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3" Type="http://schemas.openxmlformats.org/officeDocument/2006/relationships/image" Target="../media/image16.png"/><Relationship Id="rId14" Type="http://schemas.openxmlformats.org/officeDocument/2006/relationships/image" Target="../media/image17.png"/><Relationship Id="rId15" Type="http://schemas.openxmlformats.org/officeDocument/2006/relationships/image" Target="../media/image18.png"/><Relationship Id="rId16" Type="http://schemas.openxmlformats.org/officeDocument/2006/relationships/image" Target="../media/image19.png"/><Relationship Id="rId17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XVI.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82" y="1225296"/>
            <a:ext cx="4888194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091690"/>
            <a:ext cx="37109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triangle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8" name="Picture 7" descr="p_9a994f6122627c4578ada8e05de882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9784" y="2268112"/>
            <a:ext cx="350205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89989" y="2091690"/>
            <a:ext cx="29718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produced,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59" y="2966085"/>
            <a:ext cx="25831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external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1" name="Picture 10" descr="p_5332a8a31e381ef12e124806e466508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7575" y="3030893"/>
            <a:ext cx="874395" cy="61721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911971" y="2966085"/>
            <a:ext cx="26365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greater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59" y="3840480"/>
            <a:ext cx="60731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either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internal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remote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4" name="Picture 13" descr="p_6ca2525faf527868e76d31fd57b14e8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29544" y="4016902"/>
            <a:ext cx="346818" cy="37033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76362" y="3840480"/>
            <a:ext cx="5791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or</a:t>
            </a:r>
          </a:p>
        </p:txBody>
      </p:sp>
      <p:pic>
        <p:nvPicPr>
          <p:cNvPr id="16" name="Picture 15" descr="p_0322c35fd933da0cbda568f3b338bfc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59" y="4891297"/>
            <a:ext cx="394224" cy="37033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74984" y="4714875"/>
            <a:ext cx="3733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XVI.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82" y="1225296"/>
            <a:ext cx="4888194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334147"/>
            <a:ext cx="83820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Make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ef512df64feee0767fd74251265545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1591" y="1351038"/>
            <a:ext cx="1876348" cy="3474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17940" y="1334147"/>
            <a:ext cx="128778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I.10);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59" y="1849805"/>
            <a:ext cx="77724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1" name="Picture 10" descr="p_50eb35ead28142dd160ae2c6cd05b48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4" y="1897100"/>
            <a:ext cx="707353" cy="2606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00177" y="1849805"/>
            <a:ext cx="254508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produce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it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until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3" name="Picture 12" descr="p_7bffbc4919712a13e0a1fe98259080d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6513" y="1866696"/>
            <a:ext cx="1876348" cy="3474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102862" y="1849805"/>
            <a:ext cx="205739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2365463"/>
            <a:ext cx="777240" cy="34264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6" name="Picture 15" descr="p_eabec0054c04677d0d0ebb72dd3afc3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824" y="2394178"/>
            <a:ext cx="707353" cy="26060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00177" y="2365463"/>
            <a:ext cx="205739" cy="34264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59" y="2784309"/>
            <a:ext cx="457200" cy="34264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9" name="Picture 18" descr="p_3da1eddb0bfd88147b779c19431f7c5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6792" y="2813024"/>
            <a:ext cx="195453" cy="26060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32245" y="2784309"/>
            <a:ext cx="693420" cy="34264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1" name="Picture 20" descr="p_9fbf83b2cf080ed13c35c475b621d69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7253" y="2813024"/>
            <a:ext cx="195453" cy="26060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172706" y="2784309"/>
            <a:ext cx="205739" cy="34264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;</a:t>
            </a:r>
          </a:p>
        </p:txBody>
      </p:sp>
      <p:pic>
        <p:nvPicPr>
          <p:cNvPr id="23" name="Picture 22" descr="p_ef512df64feee0767fd74251265545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59" y="3263773"/>
            <a:ext cx="1876348" cy="3474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957108" y="3246882"/>
            <a:ext cx="266699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5" name="Picture 24" descr="p_056bc7275be97ba270e17563d528916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60740" y="3263773"/>
            <a:ext cx="579120" cy="34747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639860" y="3246882"/>
            <a:ext cx="69342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7" name="Picture 26" descr="p_8706644afe907b915ba51342b75cfd2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84868" y="3263773"/>
            <a:ext cx="1876348" cy="34747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961217" y="3246882"/>
            <a:ext cx="104394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(const.,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59" y="3642614"/>
            <a:ext cx="1135380" cy="34264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pr.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I.15),</a:t>
            </a:r>
          </a:p>
        </p:txBody>
      </p:sp>
      <p:pic>
        <p:nvPicPr>
          <p:cNvPr id="30" name="Picture 29" descr="p_9623f1119083f7de4565fcfabfa2a0d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80759" y="4122077"/>
            <a:ext cx="750098" cy="34747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830858" y="4105186"/>
            <a:ext cx="114300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I.4),</a:t>
            </a:r>
          </a:p>
        </p:txBody>
      </p:sp>
      <p:pic>
        <p:nvPicPr>
          <p:cNvPr id="32" name="Picture 31" descr="p_f39861d4eaeea2529ae987af5b4f3295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80759" y="4637735"/>
            <a:ext cx="546027" cy="34747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626787" y="4620844"/>
            <a:ext cx="205739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59" y="5092776"/>
            <a:ext cx="4556760" cy="34264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like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manner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it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can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shown,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that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5" name="Picture 34" descr="p_1bc4a50f1d07a2107a764c63af0e1705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16439" y="5121490"/>
            <a:ext cx="707353" cy="26060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323793" y="5092776"/>
            <a:ext cx="1691640" cy="34264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produced,</a:t>
            </a:r>
          </a:p>
        </p:txBody>
      </p:sp>
      <p:pic>
        <p:nvPicPr>
          <p:cNvPr id="37" name="Picture 36" descr="p_2a196323b8fe61573518f715e0a7b168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80759" y="5452313"/>
            <a:ext cx="794221" cy="34747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080759" y="5951080"/>
            <a:ext cx="1714499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therefore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9" name="Picture 38" descr="p_a08f3dcbdf0f5ed5365b166d7a348448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42631" y="5998375"/>
            <a:ext cx="330925" cy="26060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673557" y="5951080"/>
            <a:ext cx="120396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41" name="Picture 40" descr="p_323aef8bd528a6b4dd39afe74ce03e83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26997" y="5967971"/>
            <a:ext cx="562573" cy="34747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089571" y="5951080"/>
            <a:ext cx="43434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43" name="Picture 42" descr="p_6094af23b52a71fbacf33e82cacbe883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27315" y="5967971"/>
            <a:ext cx="487581" cy="34747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814897" y="5951080"/>
            <a:ext cx="121158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