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516"/>
            <a:ext cx="5074920" cy="42059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47929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ba6de3a333d61515478d0e49fa083a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416" y="3142507"/>
            <a:ext cx="380077" cy="3703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85493" y="2966085"/>
            <a:ext cx="701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3840480"/>
            <a:ext cx="57378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516"/>
            <a:ext cx="5074920" cy="42059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29456" y="1436041"/>
            <a:ext cx="1356359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684633d7001ed6bfd265099add93e8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816" y="1548206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61086" y="1436041"/>
            <a:ext cx="1485899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</a:p>
        </p:txBody>
      </p:sp>
      <p:pic>
        <p:nvPicPr>
          <p:cNvPr id="10" name="Picture 9" descr="p_78e242c03ec344e9921149551ba89b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448" y="2374832"/>
            <a:ext cx="1515581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9030" y="2299471"/>
            <a:ext cx="22098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5147" y="3013293"/>
            <a:ext cx="72390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7235c3973b7b8468bef0c80093dca8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539" y="3088654"/>
            <a:ext cx="901337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5876" y="3013293"/>
            <a:ext cx="144780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I.16)</a:t>
            </a:r>
          </a:p>
        </p:txBody>
      </p:sp>
      <p:pic>
        <p:nvPicPr>
          <p:cNvPr id="15" name="Picture 14" descr="p_6136fd345d0a4e39efa64342b9f8b1c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0" y="3776515"/>
            <a:ext cx="1609053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99534" y="3701155"/>
            <a:ext cx="486156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495" y="4337095"/>
            <a:ext cx="653034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shown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973036"/>
            <a:ext cx="688086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taken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angles.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4559" y="5608977"/>
            <a:ext cx="487680" cy="635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