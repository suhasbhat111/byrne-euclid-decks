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XVIII.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58" y="1225296"/>
            <a:ext cx="4631643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25831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b625bcc2939d402c89ff8364f8e316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2268112"/>
            <a:ext cx="32120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58782" y="2091690"/>
            <a:ext cx="199643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50ed81afafd3c8d683d4c68cbbebde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6206" y="2268112"/>
            <a:ext cx="100518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51393" y="2091690"/>
            <a:ext cx="6096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2966085"/>
            <a:ext cx="35356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another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5e5df48427f0524d830d6738ca19029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9576" y="3142507"/>
            <a:ext cx="1005186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04762" y="2966085"/>
            <a:ext cx="17754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3840480"/>
            <a:ext cx="68656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4714875"/>
            <a:ext cx="55397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less.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I.e.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88f41d1054e5131a6ea808e28cc8d9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2824" y="4848091"/>
            <a:ext cx="852270" cy="4937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255094" y="4714875"/>
            <a:ext cx="23621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XVIII.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58" y="1225296"/>
            <a:ext cx="4631643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9179" y="1727495"/>
            <a:ext cx="97536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0facd8bc86e1da5ed142fecb363d19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739" y="1840976"/>
            <a:ext cx="2271369" cy="4206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71109" y="1727495"/>
            <a:ext cx="219456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I.3),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d9b4a54fde8c89372cfa146c72f3e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7029" y="1877781"/>
            <a:ext cx="856270" cy="315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73299" y="1727495"/>
            <a:ext cx="22098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6675" y="2559532"/>
            <a:ext cx="152399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ab77106eb56610eb6a18ffd0356aa01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147" y="2673013"/>
            <a:ext cx="911351" cy="4206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07499" y="2559532"/>
            <a:ext cx="135635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I.5);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352" y="3362508"/>
            <a:ext cx="69342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99998152015171e938a15c5a166d2b4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1360" y="3475989"/>
            <a:ext cx="883310" cy="4206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24670" y="3362508"/>
            <a:ext cx="14478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I.16)</a:t>
            </a:r>
          </a:p>
        </p:txBody>
      </p:sp>
      <p:pic>
        <p:nvPicPr>
          <p:cNvPr id="18" name="Picture 17" descr="p_103a265bf81bb0272cbccff8ff68d20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6896" y="4278965"/>
            <a:ext cx="1023518" cy="4206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00414" y="4165484"/>
            <a:ext cx="237744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much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6923" y="5208609"/>
            <a:ext cx="41147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88f41d1054e5131a6ea808e28cc8d9a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6379" y="5322090"/>
            <a:ext cx="726008" cy="42062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842387" y="5208609"/>
            <a:ext cx="142494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