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XIX.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7770"/>
            <a:ext cx="5074920" cy="44254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654492"/>
            <a:ext cx="29565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9d58ba0a7f1efa2e1163d9fd1d8dbb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6280" y="1830914"/>
            <a:ext cx="418827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55107" y="1654492"/>
            <a:ext cx="18440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1e65858c60ed7b45cea9d1300b72d1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0611" y="1830914"/>
            <a:ext cx="400687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21298" y="1654492"/>
            <a:ext cx="6096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2528887"/>
            <a:ext cx="35356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another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7079aa165b8be4d7ddfb0f022bbeb5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9576" y="2705309"/>
            <a:ext cx="470036" cy="3703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269612" y="2528887"/>
            <a:ext cx="153923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5" name="Picture 14" descr="p_a17668833d26c70ebe7ce4041f75f8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1276" y="2705309"/>
            <a:ext cx="1005186" cy="37033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80759" y="3403282"/>
            <a:ext cx="65760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4277677"/>
            <a:ext cx="34899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72e1f0be431f4fa1c1bc80713651399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0" y="4454099"/>
            <a:ext cx="1005186" cy="37033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768186" y="4277677"/>
            <a:ext cx="22479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5152072"/>
            <a:ext cx="7772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less.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XIX.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7770"/>
            <a:ext cx="5074920" cy="44254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24081" y="1348771"/>
            <a:ext cx="480060" cy="41478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a17668833d26c70ebe7ce4041f75f8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401" y="1383531"/>
            <a:ext cx="856270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54671" y="1348771"/>
            <a:ext cx="2842260" cy="41478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not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72e1f0be431f4fa1c1bc8071365139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8751" y="1383531"/>
            <a:ext cx="856270" cy="3154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375021" y="1348771"/>
            <a:ext cx="1600199" cy="41478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must</a:t>
            </a:r>
          </a:p>
        </p:txBody>
      </p:sp>
      <p:pic>
        <p:nvPicPr>
          <p:cNvPr id="12" name="Picture 11" descr="p_970ac24f4887876f4f498bcd013a463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9419" y="1929174"/>
            <a:ext cx="1406085" cy="4206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15505" y="1908727"/>
            <a:ext cx="57150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12355c1535cb09d35a548654e1c1c65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2977" y="1929174"/>
            <a:ext cx="1330081" cy="42062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393059" y="1908727"/>
            <a:ext cx="22098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554" y="2463971"/>
            <a:ext cx="48006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9b7fc2ec4ed9de152f42bf6f58f9127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8874" y="2484418"/>
            <a:ext cx="2271369" cy="42062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880244" y="2463971"/>
            <a:ext cx="83058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</a:p>
        </p:txBody>
      </p:sp>
      <p:pic>
        <p:nvPicPr>
          <p:cNvPr id="19" name="Picture 18" descr="p_6a1ec964f4197bbada66243ddd92ece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8881" y="3108636"/>
            <a:ext cx="896411" cy="42062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45293" y="3088189"/>
            <a:ext cx="1356359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I.5);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2335" y="3712406"/>
            <a:ext cx="4968240" cy="41478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contrary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hypothesis.</a:t>
            </a:r>
          </a:p>
        </p:txBody>
      </p:sp>
      <p:pic>
        <p:nvPicPr>
          <p:cNvPr id="22" name="Picture 21" descr="p_a17668833d26c70ebe7ce4041f75f8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961" y="4238148"/>
            <a:ext cx="856270" cy="31546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63231" y="4203388"/>
            <a:ext cx="2247900" cy="41478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not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less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4" name="Picture 23" descr="p_72e1f0be431f4fa1c1bc8071365139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1823" y="4238148"/>
            <a:ext cx="856270" cy="3154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808093" y="4203388"/>
            <a:ext cx="2080260" cy="41478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;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for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were,</a:t>
            </a:r>
          </a:p>
        </p:txBody>
      </p:sp>
      <p:pic>
        <p:nvPicPr>
          <p:cNvPr id="26" name="Picture 25" descr="p_c8950bb696221fca707d79f544f31bc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2305" y="4783791"/>
            <a:ext cx="896411" cy="42062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808717" y="4763344"/>
            <a:ext cx="144780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I.18)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287" y="5387562"/>
            <a:ext cx="4975860" cy="41478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contrary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hypothesis:</a:t>
            </a:r>
          </a:p>
        </p:txBody>
      </p:sp>
      <p:pic>
        <p:nvPicPr>
          <p:cNvPr id="29" name="Picture 28" descr="p_a9951a8b9c412d6e1e15ff27e5404bc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76033" y="5873591"/>
            <a:ext cx="2187244" cy="42062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463278" y="5853144"/>
            <a:ext cx="142494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