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609"/>
            <a:ext cx="5074920" cy="4843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514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661f7584fe75827b46bc5ec903fd7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87898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935d7285964d6c274eceac93516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786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20973" y="2528887"/>
            <a:ext cx="876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1455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fc537e9fae8c9fc7f331089a1501b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367" y="3579704"/>
            <a:ext cx="681952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7320" y="3403282"/>
            <a:ext cx="4335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taken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277677"/>
            <a:ext cx="3345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6" name="Picture 15" descr="p_e35673b5bb10939cf6399818d447cc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7176" y="4454099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2362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8609"/>
            <a:ext cx="5074920" cy="48437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0728" y="1516925"/>
            <a:ext cx="13563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661f7584fe75827b46bc5ec903fd7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088" y="157568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32358" y="1516925"/>
            <a:ext cx="80772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1362" y="2179599"/>
            <a:ext cx="9372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99b2a64526bd9e2237c778f969bf3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442" y="2201555"/>
            <a:ext cx="2271369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52812" y="2179599"/>
            <a:ext cx="135635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256" y="2842272"/>
            <a:ext cx="9067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7731edaaa5a5f28f9fd54c5b7e6a09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0952" y="2901033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87222" y="2842272"/>
            <a:ext cx="2209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383" y="3406397"/>
            <a:ext cx="9525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7d71fa523ec2e345a50758d160780d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655" y="3428354"/>
            <a:ext cx="224332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50983" y="3406397"/>
            <a:ext cx="13411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19" name="Picture 18" descr="p_2a07227053bd8f632a214eba40e3dd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697" y="4091027"/>
            <a:ext cx="787835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4533" y="4069071"/>
            <a:ext cx="12725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</a:t>
            </a:r>
          </a:p>
        </p:txBody>
      </p:sp>
      <p:pic>
        <p:nvPicPr>
          <p:cNvPr id="21" name="Picture 20" descr="p_a17729b6004f4bc85a46022c8105d37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9336" y="4628230"/>
            <a:ext cx="954749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14086" y="4606273"/>
            <a:ext cx="12573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IX)</a:t>
            </a:r>
          </a:p>
        </p:txBody>
      </p:sp>
      <p:pic>
        <p:nvPicPr>
          <p:cNvPr id="23" name="Picture 22" descr="p_ab90eedbcf766d3d8b31796350ca968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1643" y="5165432"/>
            <a:ext cx="3077736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99379" y="5143475"/>
            <a:ext cx="14478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6091" y="5680677"/>
            <a:ext cx="7239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10f5c2cbb13222fa2fe7abf7155cce3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5483" y="5702634"/>
            <a:ext cx="3077736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43219" y="5680677"/>
            <a:ext cx="14249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