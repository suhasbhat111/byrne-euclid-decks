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65760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([middle]D)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528887"/>
            <a:ext cx="14554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0975a0ffaca2559358a6a26bfcb125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367" y="2705309"/>
            <a:ext cx="353498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8866" y="2528887"/>
            <a:ext cx="50215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403282"/>
            <a:ext cx="4030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extremities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77319e1f18f72fab2941bf1d367d6a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816" y="3579704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01002" y="3403282"/>
            <a:ext cx="12877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4277677"/>
            <a:ext cx="67665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5152072"/>
            <a:ext cx="7139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contain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1" y="1225296"/>
            <a:ext cx="4991637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5226" y="1274184"/>
            <a:ext cx="11582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60e09db2e2d82919c4149ea4d9ba1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90" y="1302899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19444" y="1274184"/>
            <a:ext cx="20573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10" name="Picture 9" descr="p_7353df84a80b2d775b643c570df3f4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184" y="1753647"/>
            <a:ext cx="2494670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71854" y="1736756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I.20),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1114" y="2252414"/>
            <a:ext cx="62484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add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914dbb5eb2cd93ab30ab78ef0eb46e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258" y="2281129"/>
            <a:ext cx="707353" cy="2606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8612" y="2252414"/>
            <a:ext cx="10744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each,</a:t>
            </a:r>
          </a:p>
        </p:txBody>
      </p:sp>
      <p:pic>
        <p:nvPicPr>
          <p:cNvPr id="15" name="Picture 14" descr="p_37b98b5f6fd2b82ea96c3d64fd8593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240" y="2731877"/>
            <a:ext cx="3305438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68678" y="2714986"/>
            <a:ext cx="10591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6343" y="3161518"/>
            <a:ext cx="48082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18" name="Picture 17" descr="p_cd0e23528f36ad46c66941b931b4b6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4616" y="3640982"/>
            <a:ext cx="3305438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0054" y="3624091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0" name="Picture 19" descr="p_798ad79106a435cb55d64088127bd0e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487" y="4156640"/>
            <a:ext cx="3313696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4183" y="4139749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487" y="4655407"/>
            <a:ext cx="288036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was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proved.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4309" y="5048853"/>
            <a:ext cx="8991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Again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86a5bce3f77c0d7ee586c3b9d7f0e97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3909" y="5065744"/>
            <a:ext cx="650820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4729" y="5048853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I.16),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8745" y="5564511"/>
            <a:ext cx="11277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dc2300bb98bcc6849aa1436eb7bba2e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1225" y="5581402"/>
            <a:ext cx="739067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90293" y="5564511"/>
            <a:ext cx="12877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I.16),</a:t>
            </a:r>
          </a:p>
        </p:txBody>
      </p:sp>
      <p:pic>
        <p:nvPicPr>
          <p:cNvPr id="29" name="Picture 28" descr="p_c31650e432ad1fa1ca55552267f5ce2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4100" y="6027934"/>
            <a:ext cx="821798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65899" y="6011043"/>
            <a:ext cx="12115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