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39822"/>
            <a:ext cx="5074920" cy="48013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38481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three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53154b23f3a760b634065e00d418b0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512" y="2224906"/>
            <a:ext cx="884018" cy="4937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33530" y="2091690"/>
            <a:ext cx="201167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sum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55321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third,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840480"/>
            <a:ext cx="65303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whose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4714875"/>
            <a:ext cx="59359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39822"/>
            <a:ext cx="5074920" cy="48013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95058" y="1537087"/>
            <a:ext cx="1303019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Assume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cf97d16fd27f698813c11645d3dbcf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746" y="1565356"/>
            <a:ext cx="22713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99116" y="1537087"/>
            <a:ext cx="1356359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I.3).</a:t>
            </a:r>
          </a:p>
        </p:txBody>
      </p:sp>
      <p:pic>
        <p:nvPicPr>
          <p:cNvPr id="10" name="Picture 9" descr="p_b7cb37367c327ddb2d2ab0352c220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759" y="2120810"/>
            <a:ext cx="4700016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44655" y="2647995"/>
            <a:ext cx="92202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d41a7a15202ff84f8eb794768cb646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543" y="2742051"/>
            <a:ext cx="856270" cy="3154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8813" y="2647995"/>
            <a:ext cx="792479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89a2e7abffc05bc52015b3f2978a86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069" y="2742051"/>
            <a:ext cx="856270" cy="3154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09339" y="2647995"/>
            <a:ext cx="249936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radii,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4ffda8648eaa8aee5d96e2ad3eea82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9099" y="2704891"/>
            <a:ext cx="525780" cy="5257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92821" y="3232195"/>
            <a:ext cx="72390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5169ed4f0f2c48f30f9333a29eb40b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2213" y="3289091"/>
            <a:ext cx="525780" cy="5257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87993" y="3232195"/>
            <a:ext cx="1623060" cy="584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93" y="3870456"/>
            <a:ext cx="906780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5d6ff93eafd8516cf4b75c19729122c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0689" y="3935530"/>
            <a:ext cx="856270" cy="3154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96959" y="3870456"/>
            <a:ext cx="792479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35296497c5f887badb5f8d74a68b5f3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1215" y="3935530"/>
            <a:ext cx="856270" cy="3154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77485" y="3870456"/>
            <a:ext cx="220980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1804" y="4558600"/>
            <a:ext cx="1402080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eaed39c3efb5fb3a4aea8afe36093bc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3740" y="4623674"/>
            <a:ext cx="376134" cy="3154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49875" y="4558600"/>
            <a:ext cx="3459480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required.</a:t>
            </a:r>
          </a:p>
        </p:txBody>
      </p:sp>
      <p:pic>
        <p:nvPicPr>
          <p:cNvPr id="28" name="Picture 27" descr="p_66bbcd1446e7da005e7f300556d8875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5169354"/>
            <a:ext cx="7781544" cy="4206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30615" y="5642479"/>
            <a:ext cx="1272540" cy="5013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