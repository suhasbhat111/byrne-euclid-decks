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95" y="1225296"/>
            <a:ext cx="460376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7010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(F)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2743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a5b19e2ead1a7559abaf5b3b7c9549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3579704"/>
            <a:ext cx="1005186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95674" y="3403282"/>
            <a:ext cx="48310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3893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7631e1e2a691bf09eb816e35b185bf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088" y="4454099"/>
            <a:ext cx="520040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6128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95" y="1225296"/>
            <a:ext cx="460376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2904" y="1372566"/>
            <a:ext cx="990599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df9010a9e8b3729c83ac5d2fdc7a0e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56" y="1513359"/>
            <a:ext cx="881454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7110" y="1372566"/>
            <a:ext cx="486156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points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8071" y="2090301"/>
            <a:ext cx="262890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1683" y="2858837"/>
            <a:ext cx="162306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cb9353600612d37035db206956acbe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0403" y="2999630"/>
            <a:ext cx="448935" cy="315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79339" y="2858837"/>
            <a:ext cx="144780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9246" y="3827780"/>
            <a:ext cx="112014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2d51b704810004596d1c291e117f86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629" y="3931768"/>
            <a:ext cx="2271369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16999" y="3827780"/>
            <a:ext cx="28956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19ebd88bfdafdeb08edb1ed68f6e31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8919" y="3931768"/>
            <a:ext cx="2271369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80858" y="4796722"/>
            <a:ext cx="72390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be9a813fd5b669981d206ee3227361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0250" y="4900711"/>
            <a:ext cx="2271369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21620" y="4796722"/>
            <a:ext cx="22098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7653" y="5590658"/>
            <a:ext cx="95250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2e6722f71ba09d17b24df9281dcbc90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9925" y="5694647"/>
            <a:ext cx="1163428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23353" y="5590658"/>
            <a:ext cx="256032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I.8).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