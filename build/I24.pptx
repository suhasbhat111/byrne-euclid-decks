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77" y="1225296"/>
            <a:ext cx="325000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68275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928489"/>
            <a:ext cx="70713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474772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1c07adae1e6cfaa4f874a316f8591c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536355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95674" y="2474772"/>
            <a:ext cx="655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887f70d30cc4dc97cc426ded794d95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202" y="2536355"/>
            <a:ext cx="1034751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4954" y="2474772"/>
            <a:ext cx="9220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299d6fc3b9e9cba0fd81a6862e1b3b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842" y="2536355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78028" y="2474772"/>
            <a:ext cx="57150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pic>
        <p:nvPicPr>
          <p:cNvPr id="16" name="Picture 15" descr="p_9375e8c0d73d5497112ded08c4355c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3082638"/>
            <a:ext cx="1034751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15511" y="3021055"/>
            <a:ext cx="45186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8" name="Picture 17" descr="p_a0a7f5ba38049264bee90d7cd2615b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0711" y="3082638"/>
            <a:ext cx="411479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32191" y="3021055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3567338"/>
            <a:ext cx="6370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113621"/>
            <a:ext cx="26898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2" name="Picture 21" descr="p_33d80e4e297a496e58c67eba146f39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2920" y="4175204"/>
            <a:ext cx="340940" cy="3703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63860" y="4113621"/>
            <a:ext cx="1912619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8c936becea89bcf8d0bfa429aeaa0a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4228" y="4175204"/>
            <a:ext cx="100518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89415" y="4113621"/>
            <a:ext cx="27432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4659904"/>
            <a:ext cx="647700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5206187"/>
            <a:ext cx="3627119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8" name="Picture 27" descr="p_ba05fa7efd198059c334554c5769c3a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2728" y="5267770"/>
            <a:ext cx="1034751" cy="3703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7479" y="5206187"/>
            <a:ext cx="16992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5752470"/>
            <a:ext cx="4251960" cy="54628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77" y="1225296"/>
            <a:ext cx="325000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1287" y="1237202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590827efcc440d1f7897c3530ff49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079" y="1255871"/>
            <a:ext cx="694944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28023" y="1237202"/>
            <a:ext cx="14249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I.23),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0326" y="1807140"/>
            <a:ext cx="6781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7d44afd0c6bb62fa71816ce6b2d88e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142" y="1825809"/>
            <a:ext cx="2073859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7001" y="1807140"/>
            <a:ext cx="12649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I.3),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8219" y="2377078"/>
            <a:ext cx="83820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c235c9b1f24c2017e1931be07130f6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51" y="2408815"/>
            <a:ext cx="781812" cy="2880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90863" y="2377078"/>
            <a:ext cx="74676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b76902d98a52edde2ffc574b4cbdd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543" y="2408815"/>
            <a:ext cx="781812" cy="2880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60355" y="2377078"/>
            <a:ext cx="21336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8" name="Picture 17" descr="p_0307dc8c56d0885032d209f7b4c126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423" y="2850661"/>
            <a:ext cx="2048255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42679" y="2831992"/>
            <a:ext cx="255270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hyp.,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const.)</a:t>
            </a:r>
          </a:p>
        </p:txBody>
      </p:sp>
      <p:pic>
        <p:nvPicPr>
          <p:cNvPr id="20" name="Picture 19" descr="p_2d28b85dd055bc43ce01dd29ff1413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351" y="3420598"/>
            <a:ext cx="851584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89935" y="3401929"/>
            <a:ext cx="11887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1639" y="3971867"/>
            <a:ext cx="6553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db8394404b64c9a99840318d1bb63f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6167" y="3990536"/>
            <a:ext cx="81076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6935" y="3971867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671" y="4541805"/>
            <a:ext cx="6781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577dafc5743d927bd68ed4fcc91c30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487" y="4560474"/>
            <a:ext cx="1042415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91903" y="4541805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8" name="Picture 27" descr="p_eb25ba212a7901dbc9eb0e72fe7d119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1610" y="5048662"/>
            <a:ext cx="1997049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98660" y="5029993"/>
            <a:ext cx="13487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9950" y="5518181"/>
            <a:ext cx="6553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a48583085767c1da2377872cbacaa3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4478" y="5536850"/>
            <a:ext cx="2073859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708337" y="5518181"/>
            <a:ext cx="118872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pic>
        <p:nvPicPr>
          <p:cNvPr id="33" name="Picture 32" descr="p_18a8e4bba018b49c9b42a9a20f783f9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0754" y="6025038"/>
            <a:ext cx="1997049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07804" y="6006369"/>
            <a:ext cx="132588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