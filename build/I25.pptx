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940" y="1225296"/>
            <a:ext cx="2496878" cy="5230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82207"/>
            <a:ext cx="526542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8fa2b4721c32c7df3502f5b39cb57d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368" y="146768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59" y="1996775"/>
            <a:ext cx="83820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86542591cb246f950b90069c1a904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591" y="2082257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46778" y="1996775"/>
            <a:ext cx="501396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respectively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611343"/>
            <a:ext cx="227838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3" name="Picture 12" descr="p_3e7b432a651e42f659502ca0b04b22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3736" y="2696826"/>
            <a:ext cx="1034751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28487" y="2611343"/>
            <a:ext cx="92202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269bce15299d08b000c867d3a75ff2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6375" y="2696826"/>
            <a:ext cx="1034751" cy="3703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91126" y="2611343"/>
            <a:ext cx="1363979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3225911"/>
            <a:ext cx="662940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other,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their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unequal,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3840480"/>
            <a:ext cx="515874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subtended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9" name="Picture 18" descr="p_cb8757607f3c859119f1dbb3d8fb42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8024" y="3925962"/>
            <a:ext cx="1005186" cy="37033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03210" y="3840480"/>
            <a:ext cx="75438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4455048"/>
            <a:ext cx="642366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must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5069616"/>
            <a:ext cx="458724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subtended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less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23" name="Picture 22" descr="p_36d3dab185a6af51c186b15784acaa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0824" y="5155099"/>
            <a:ext cx="1034751" cy="37033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675575" y="5069616"/>
            <a:ext cx="1363979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5684184"/>
            <a:ext cx="1120139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940" y="1225296"/>
            <a:ext cx="2496878" cy="5230367"/>
          </a:xfrm>
          <a:prstGeom prst="rect">
            <a:avLst/>
          </a:prstGeom>
        </p:spPr>
      </p:pic>
      <p:pic>
        <p:nvPicPr>
          <p:cNvPr id="7" name="Picture 6" descr="p_86b1380a7ac1d476ce84d43c3958af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787" y="1317656"/>
            <a:ext cx="1321961" cy="420623"/>
          </a:xfrm>
          <a:prstGeom prst="rect">
            <a:avLst/>
          </a:prstGeom>
        </p:spPr>
      </p:pic>
      <p:pic>
        <p:nvPicPr>
          <p:cNvPr id="8" name="Picture 7" descr="p_0ea4b83bb77378da33f93524975b58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886" y="1872900"/>
            <a:ext cx="380564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75451" y="1852453"/>
            <a:ext cx="220218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4ebbaf91d8ad67e8eafd0850934101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7467" y="1872900"/>
            <a:ext cx="347181" cy="420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12603" y="2476671"/>
            <a:ext cx="92964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cb499943c13cd1a91d59f3342a793b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6587" y="2497118"/>
            <a:ext cx="721069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67657" y="2476671"/>
            <a:ext cx="89916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3d66e16d8ae07921b333715f6aecd66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7257" y="2497118"/>
            <a:ext cx="2271369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48627" y="2476671"/>
            <a:ext cx="127254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2335" y="3100889"/>
            <a:ext cx="4968240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contrary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hypothesis;</a:t>
            </a:r>
          </a:p>
        </p:txBody>
      </p:sp>
      <p:pic>
        <p:nvPicPr>
          <p:cNvPr id="17" name="Picture 16" descr="p_0ea4b83bb77378da33f93524975b58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598" y="3586918"/>
            <a:ext cx="380564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57163" y="3566471"/>
            <a:ext cx="22479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less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4ebbaf91d8ad67e8eafd0850934101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5755" y="3586918"/>
            <a:ext cx="347181" cy="4206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07240" y="4190688"/>
            <a:ext cx="92964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102e4855ff53ec30021a690e2b8e76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1224" y="4211135"/>
            <a:ext cx="721069" cy="4206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75319" y="4814906"/>
            <a:ext cx="83058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3" name="Picture 22" descr="p_bfb2c92f5cb096cf3d54b22bf5262b9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0055" y="4835353"/>
            <a:ext cx="2148592" cy="42062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78648" y="4814906"/>
            <a:ext cx="1531619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I.24),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4591" y="5439124"/>
            <a:ext cx="5562600" cy="4147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contrary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hypothesis:</a:t>
            </a:r>
          </a:p>
        </p:txBody>
      </p:sp>
      <p:pic>
        <p:nvPicPr>
          <p:cNvPr id="26" name="Picture 25" descr="p_2404546b7819388e3c51992e32f4a6f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2355" y="5925153"/>
            <a:ext cx="854601" cy="42062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96956" y="5904706"/>
            <a:ext cx="142494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