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2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9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12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4.png"/><Relationship Id="rId1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64" y="1225295"/>
            <a:ext cx="3066831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19926"/>
            <a:ext cx="70485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111512"/>
            <a:ext cx="63246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803099"/>
            <a:ext cx="1242059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f7d9b5b4cc26355e30da496e15b0b0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2872333"/>
            <a:ext cx="1234439" cy="493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9120" y="2803099"/>
            <a:ext cx="92202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9063e5b6e585b3cbc4b77e61301851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008" y="2872333"/>
            <a:ext cx="1035336" cy="4937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62344" y="2803099"/>
            <a:ext cx="204216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3494686"/>
            <a:ext cx="626364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4186273"/>
            <a:ext cx="67437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similarly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placed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respect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4877860"/>
            <a:ext cx="676656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remaining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5569447"/>
            <a:ext cx="5600700" cy="6915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respectively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 — Case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64" y="1225295"/>
            <a:ext cx="3066831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56461"/>
            <a:ext cx="78486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222222"/>
                </a:solidFill>
                <a:latin typeface="EB Garamond"/>
              </a:rPr>
              <a:t>Case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1">
                <a:solidFill>
                  <a:srgbClr val="222222"/>
                </a:solidFill>
                <a:latin typeface="EB Garamond"/>
              </a:rPr>
              <a:t>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745996"/>
            <a:ext cx="51816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ffbc81185c9f7a71a458170b063322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770176"/>
            <a:ext cx="59566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1226" y="1745996"/>
            <a:ext cx="601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be9185aa17c7cccb0d021ce7a2a1dc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082" y="1770176"/>
            <a:ext cx="613185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66268" y="1745996"/>
            <a:ext cx="439674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between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equal,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034540"/>
            <a:ext cx="62484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d22f1f5f7f55d4d0a9f155e11b03d7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904" y="2048764"/>
            <a:ext cx="1580083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50987" y="2034540"/>
            <a:ext cx="1981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418588"/>
            <a:ext cx="3649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possible,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them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014d6561541ff69703c0be00b4fc6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1016" y="2442768"/>
            <a:ext cx="613185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201" y="2418588"/>
            <a:ext cx="1744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greater;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make</a:t>
            </a:r>
          </a:p>
        </p:txBody>
      </p:sp>
      <p:pic>
        <p:nvPicPr>
          <p:cNvPr id="19" name="Picture 18" descr="p_ee63ce4d30c1838b0d567988651e02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2721356"/>
            <a:ext cx="1580083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60843" y="2707132"/>
            <a:ext cx="79248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e456d4bea69a23f7362d9ce51a9926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5099" y="2746959"/>
            <a:ext cx="613185" cy="2194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798285" y="2707132"/>
            <a:ext cx="1981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091180"/>
            <a:ext cx="40386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3773d88d7851c7276b94915134ac41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3115360"/>
            <a:ext cx="225231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19351" y="3091180"/>
            <a:ext cx="601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3b1d753ba8652829b190948a2b5139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1207" y="3115360"/>
            <a:ext cx="262682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53889" y="3091180"/>
            <a:ext cx="95250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have</a:t>
            </a:r>
          </a:p>
        </p:txBody>
      </p:sp>
      <p:pic>
        <p:nvPicPr>
          <p:cNvPr id="28" name="Picture 27" descr="p_ee63ce4d30c1838b0d567988651e02a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3494938"/>
            <a:ext cx="1580083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60843" y="3480714"/>
            <a:ext cx="25146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f7d9b5b4cc26355e30da496e15b0b0e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2283" y="3494938"/>
            <a:ext cx="731519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83803" y="3480714"/>
            <a:ext cx="25146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135846aa96e5b840097eed1e5e74b2a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5243" y="3494938"/>
            <a:ext cx="1580083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155326" y="3480714"/>
            <a:ext cx="1981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4" name="Picture 33" descr="p_4c34290dc5a49542311d4c96c40ce9c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759" y="3929176"/>
            <a:ext cx="703203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83963" y="3914952"/>
            <a:ext cx="937259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59" y="4349191"/>
            <a:ext cx="53340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9063e5b6e585b3cbc4b77e61301851f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7751" y="4363415"/>
            <a:ext cx="613532" cy="2926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11284" y="4349191"/>
            <a:ext cx="76962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59" y="4783429"/>
            <a:ext cx="147828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0" name="Picture 39" descr="p_b55cd41d2eebc7028b2a34dc6070528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53656" y="4797653"/>
            <a:ext cx="613532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67188" y="4783429"/>
            <a:ext cx="181356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absurd;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59" y="5217667"/>
            <a:ext cx="262890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neither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3" name="Picture 42" descr="p_bae09b1b8c7efa8e78e77f0b4307ccb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4152" y="5241848"/>
            <a:ext cx="59566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69818" y="5217667"/>
            <a:ext cx="601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5" name="Picture 44" descr="p_014d6561541ff69703c0be00b4fc6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674" y="5241848"/>
            <a:ext cx="613185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654860" y="5217667"/>
            <a:ext cx="2506980" cy="288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greater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other;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5607202"/>
            <a:ext cx="54864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8" name="Picture 47" descr="p_620058152506ed536a982614195b75b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9944" y="5621426"/>
            <a:ext cx="322619" cy="2926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32563" y="5607202"/>
            <a:ext cx="1577339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equal;</a:t>
            </a:r>
          </a:p>
        </p:txBody>
      </p:sp>
      <p:pic>
        <p:nvPicPr>
          <p:cNvPr id="50" name="Picture 49" descr="p_9592e5982b68244687a526535717348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0759" y="6005474"/>
            <a:ext cx="1560576" cy="29260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641335" y="5991250"/>
            <a:ext cx="662940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52" name="Picture 51" descr="p_35e5b01b0c69165b83f67f4bb2a8b80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61959" y="6005474"/>
            <a:ext cx="548059" cy="2926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10019" y="5991250"/>
            <a:ext cx="998219" cy="3332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600" b="0" i="0">
                <a:solidFill>
                  <a:srgbClr val="222222"/>
                </a:solidFill>
                <a:latin typeface="EB Garamond"/>
              </a:rPr>
              <a:t>I.4).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 — Case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6_c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964" y="1225295"/>
            <a:ext cx="3066831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263573"/>
            <a:ext cx="94487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1">
                <a:solidFill>
                  <a:srgbClr val="222222"/>
                </a:solidFill>
                <a:latin typeface="EB Garamond"/>
              </a:rPr>
              <a:t>Case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1">
                <a:solidFill>
                  <a:srgbClr val="222222"/>
                </a:solidFill>
                <a:latin typeface="EB Garamond"/>
              </a:rPr>
              <a:t>II.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1701800"/>
            <a:ext cx="124205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Again,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ee63ce4d30c1838b0d567988651e0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1717802"/>
            <a:ext cx="1777593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42273" y="1701800"/>
            <a:ext cx="32308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076704"/>
            <a:ext cx="8458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757449980a22088660becd53a75de9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092706"/>
            <a:ext cx="417810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65498" y="2076704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757449980a22088660becd53a75de9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026" y="2092706"/>
            <a:ext cx="417810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97836" y="2076704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502408"/>
            <a:ext cx="222504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possible,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4695e8ef6eee35ab4b81af0fe7c2d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063" y="2518410"/>
            <a:ext cx="1681507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32571" y="2502408"/>
            <a:ext cx="12496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take</a:t>
            </a:r>
          </a:p>
        </p:txBody>
      </p:sp>
      <p:pic>
        <p:nvPicPr>
          <p:cNvPr id="19" name="Picture 18" descr="p_2b79aa75d0885ed5c55944ceaf6ed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59" y="2893314"/>
            <a:ext cx="1777593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58353" y="2877312"/>
            <a:ext cx="86106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e456d4bea69a23f7362d9ce51a99261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7473" y="2922117"/>
            <a:ext cx="689834" cy="2468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27307" y="2877312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303016"/>
            <a:ext cx="10591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d80e197c1b3bda51ce4a4581219119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8376" y="3347821"/>
            <a:ext cx="253385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71761" y="3303016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8f0c53d2371db1620d1a4045509bc05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289" y="3347821"/>
            <a:ext cx="221237" cy="246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07526" y="3303016"/>
            <a:ext cx="10820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ee63ce4d30c1838b0d567988651e0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430" y="3319018"/>
            <a:ext cx="1777593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241023" y="3303016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30" name="Picture 29" descr="p_135846aa96e5b840097eed1e5e74b2a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3693922"/>
            <a:ext cx="1777593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58353" y="3677920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cad2eda9beef1b7ad03edbee0ddbfea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2881" y="3693922"/>
            <a:ext cx="69022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3106" y="3677920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34" name="Picture 33" descr="p_3d530107c6c917f2685730824792e84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759" y="4119626"/>
            <a:ext cx="831329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2089" y="4103624"/>
            <a:ext cx="1036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59" y="4592142"/>
            <a:ext cx="5791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b94f07fda1cfcade6b56eb241358141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4328" y="4608144"/>
            <a:ext cx="822959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257287" y="4592142"/>
            <a:ext cx="8534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39" name="Picture 38" descr="p_690e99c215b2ad328553ba6d670e8ca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0759" y="5033848"/>
            <a:ext cx="831329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12089" y="5017846"/>
            <a:ext cx="296417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absurd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I.16).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59" y="5443550"/>
            <a:ext cx="38709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Consequently,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neither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2" name="Picture 41" descr="p_ffbc81185c9f7a71a458170b0633223b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67800" y="5470753"/>
            <a:ext cx="670124" cy="24688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737924" y="5443550"/>
            <a:ext cx="4800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4" name="Picture 43" descr="p_d8345e437cb429ab60de17a5d4da37e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12244" y="5470753"/>
            <a:ext cx="689834" cy="24688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702078" y="5443550"/>
            <a:ext cx="113538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greater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59" y="5768162"/>
            <a:ext cx="70332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than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other,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must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follows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59" y="6092774"/>
            <a:ext cx="493776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triangles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all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respects.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