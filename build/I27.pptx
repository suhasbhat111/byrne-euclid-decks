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966"/>
            <a:ext cx="5074920" cy="40230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654492"/>
            <a:ext cx="29489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81f553e64ea5e628b772d7a0c41f7d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830914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5370" y="1654492"/>
            <a:ext cx="24155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meeting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528887"/>
            <a:ext cx="338327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604f6a9a2fd3e5308fca2c5e46c21a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2705309"/>
            <a:ext cx="1005186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82842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3e4454d92cb08c9112bf1d4fbc520b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0730" y="2705309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15917" y="2528887"/>
            <a:ext cx="2743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3403282"/>
            <a:ext cx="63246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makes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alternate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6" name="Picture 15" descr="p_6b31ec5a3822c7ef553f961c9b392a7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0712" y="3579704"/>
            <a:ext cx="407365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80759" y="4277677"/>
            <a:ext cx="8382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30e4926df9bb23ef83f2363f6ede04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1591" y="4454099"/>
            <a:ext cx="407365" cy="3703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8957" y="4277677"/>
            <a:ext cx="320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;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9424038c246c20387aa8a77966323cf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5261" y="4454099"/>
            <a:ext cx="464384" cy="37033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59645" y="427767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cecb00fe86d273edc72b27c4a1b3273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7533" y="4454099"/>
            <a:ext cx="464384" cy="37033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51918" y="4277677"/>
            <a:ext cx="29794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5152072"/>
            <a:ext cx="41071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966"/>
            <a:ext cx="5074920" cy="40230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14025"/>
            <a:ext cx="48006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604f6a9a2fd3e5308fca2c5e46c21a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1513677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11350" y="1414025"/>
            <a:ext cx="255270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3e4454d92cb08c9112bf1d4fbc520b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82" y="1513677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00052" y="1414025"/>
            <a:ext cx="221742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shall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014211"/>
            <a:ext cx="2362199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produced.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665821"/>
            <a:ext cx="681990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possible,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those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3266006"/>
            <a:ext cx="629412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meet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produced;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30e4926df9bb23ef83f2363f6ede04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6328" y="3365657"/>
            <a:ext cx="347014" cy="3154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53342" y="3266006"/>
            <a:ext cx="411479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866192"/>
            <a:ext cx="183642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6b31ec5a3822c7ef553f961c9b392a7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0168" y="3965843"/>
            <a:ext cx="347014" cy="3154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87182" y="3866192"/>
            <a:ext cx="462534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I.16),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4466377"/>
            <a:ext cx="701040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(hyp.),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absurd: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5066563"/>
            <a:ext cx="6903720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shown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cannot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meet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side;</a:t>
            </a:r>
          </a:p>
        </p:txBody>
      </p:sp>
      <p:pic>
        <p:nvPicPr>
          <p:cNvPr id="22" name="Picture 21" descr="p_ebfe6cbcafc69d11211e592b5a1c319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5729595"/>
            <a:ext cx="463764" cy="4206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44524" y="5666748"/>
            <a:ext cx="3611879" cy="600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