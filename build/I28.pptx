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6870"/>
            <a:ext cx="5074920" cy="4547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1407698"/>
            <a:ext cx="294894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8" name="Picture 7" descr="p_ed75568a23930e6d7ef52d0606e004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466347"/>
            <a:ext cx="1005186" cy="370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5370" y="1407698"/>
            <a:ext cx="2385059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cutting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1945599"/>
            <a:ext cx="3383279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1" name="Picture 10" descr="p_54a55c38cbbb87f523c4eda074ce4b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6" y="2004248"/>
            <a:ext cx="1005186" cy="3703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82842" y="1945599"/>
            <a:ext cx="922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3" name="Picture 12" descr="p_204a9a607d3db44d2d584ead8d3c22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730" y="2004248"/>
            <a:ext cx="1005186" cy="3703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15917" y="1945599"/>
            <a:ext cx="37338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2483500"/>
            <a:ext cx="650748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external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021401"/>
            <a:ext cx="697230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opposite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559301"/>
            <a:ext cx="352044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cutting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(namely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8" name="Picture 17" descr="p_1e7994bf97b8bf85090e8a74d71c5c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384" y="3583304"/>
            <a:ext cx="1035336" cy="4937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22720" y="3559301"/>
            <a:ext cx="66294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a3861023b32bd89510278d1063a3c8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3344" y="3583304"/>
            <a:ext cx="1120793" cy="4937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64137" y="3559301"/>
            <a:ext cx="373380" cy="56235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4121657"/>
            <a:ext cx="704850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makes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internal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4659558"/>
            <a:ext cx="1874519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same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side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24" name="Picture 23" descr="p_c2c7b048fbf62d4ca3fcfc058b8e52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4718207"/>
            <a:ext cx="423236" cy="370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93884" y="4659558"/>
            <a:ext cx="922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6" name="Picture 25" descr="p_b960b564ca2771096c24a3000a6924c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1772" y="4718207"/>
            <a:ext cx="394224" cy="37033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15996" y="4659558"/>
            <a:ext cx="76200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or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8" name="Picture 27" descr="p_1d210ab660054399296d1e5a80dc286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5868" y="4718207"/>
            <a:ext cx="394224" cy="3703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10093" y="4659558"/>
            <a:ext cx="922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30" name="Picture 29" descr="p_68e7ab91dace844592234ed5640d339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7981" y="4718207"/>
            <a:ext cx="423236" cy="37033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861217" y="4659558"/>
            <a:ext cx="2743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197459"/>
            <a:ext cx="663702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together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equal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right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angles,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those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735360"/>
            <a:ext cx="4831080" cy="5379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lines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are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XXVIII. Theor.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66870"/>
            <a:ext cx="5074920" cy="4547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0838" y="1513673"/>
            <a:ext cx="122682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First,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1e7994bf97b8bf85090e8a74d71c5c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566" y="1559125"/>
            <a:ext cx="881953" cy="4206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24519" y="1513673"/>
            <a:ext cx="9829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0" name="Picture 9" descr="p_85ccbf23e54e1c958665943f67b232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175" y="1559125"/>
            <a:ext cx="881953" cy="4206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83129" y="1513673"/>
            <a:ext cx="153161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I.15),</a:t>
            </a:r>
          </a:p>
        </p:txBody>
      </p:sp>
      <p:pic>
        <p:nvPicPr>
          <p:cNvPr id="12" name="Picture 11" descr="p_db7a8f6922dedf27352a6cd792e331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008" y="2313600"/>
            <a:ext cx="1010854" cy="4206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76862" y="2268149"/>
            <a:ext cx="20573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036481fb40cd183430366e64cdcf43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1726" y="2313600"/>
            <a:ext cx="1856231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87958" y="2268149"/>
            <a:ext cx="153161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7358" y="2899311"/>
            <a:ext cx="184404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Secondly,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f5dfd6d1105929b009a11cb8a1ede7b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862" y="2944762"/>
            <a:ext cx="1522258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95120" y="2899311"/>
            <a:ext cx="2209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8486" y="3653787"/>
            <a:ext cx="8305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0" name="Picture 19" descr="p_c4dba2647ca3ee033fcce320569462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3222" y="3699238"/>
            <a:ext cx="1522258" cy="4206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65480" y="3653787"/>
            <a:ext cx="1531619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I.13),</a:t>
            </a:r>
          </a:p>
        </p:txBody>
      </p:sp>
      <p:pic>
        <p:nvPicPr>
          <p:cNvPr id="22" name="Picture 21" descr="p_79d21a45737824d1181a5925065ff22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5009" y="4453713"/>
            <a:ext cx="1909499" cy="42062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94509" y="4408262"/>
            <a:ext cx="12496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(ax.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III)</a:t>
            </a:r>
          </a:p>
        </p:txBody>
      </p:sp>
      <p:pic>
        <p:nvPicPr>
          <p:cNvPr id="24" name="Picture 23" descr="p_db7a8f6922dedf27352a6cd792e3318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340" y="5057983"/>
            <a:ext cx="1010854" cy="420623"/>
          </a:xfrm>
          <a:prstGeom prst="rect">
            <a:avLst/>
          </a:prstGeom>
        </p:spPr>
      </p:pic>
      <p:pic>
        <p:nvPicPr>
          <p:cNvPr id="25" name="Picture 24" descr="p_036481fb40cd183430366e64cdcf43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283" y="5662252"/>
            <a:ext cx="1856231" cy="42062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773515" y="5616801"/>
            <a:ext cx="2735580" cy="55048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