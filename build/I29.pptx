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5" y="1225296"/>
            <a:ext cx="48544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26746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69ba3e114ff22df982474f0ac7e004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14676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15914" y="1382207"/>
            <a:ext cx="26365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falling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996775"/>
            <a:ext cx="36652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d7bdde7991412e0f70d987039b3772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08" y="2082257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8394" y="1996775"/>
            <a:ext cx="92202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180c4e0bb41c17ea51d9b8b0638d78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282" y="2082257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59" y="2611343"/>
            <a:ext cx="673608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alternate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225911"/>
            <a:ext cx="69189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another;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840480"/>
            <a:ext cx="65760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4455048"/>
            <a:ext cx="646176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side;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5069616"/>
            <a:ext cx="611124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5684184"/>
            <a:ext cx="1219200" cy="61456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5" y="1225296"/>
            <a:ext cx="485446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286256"/>
            <a:ext cx="3535679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alternate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0622f5a3c56ed5a02e31a4b3fbfce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76" y="1319504"/>
            <a:ext cx="321219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20795" y="1286256"/>
            <a:ext cx="7696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6e0985eb46ed265bf8ded2cfbfd149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763" y="1319504"/>
            <a:ext cx="321219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47983" y="1286256"/>
            <a:ext cx="19050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equal,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683004"/>
            <a:ext cx="87630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f5c3dd3dae12d4b1f3eb2b1ec71a36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071" y="1737766"/>
            <a:ext cx="819041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1113" y="1683004"/>
            <a:ext cx="133350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making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f027b7b767596457285df7eb23c28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185" y="1702562"/>
            <a:ext cx="830629" cy="4023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78814" y="1683004"/>
            <a:ext cx="145542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I.23).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192020"/>
            <a:ext cx="15239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5e21397444de92164cc3d0dc33697a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0231" y="2211577"/>
            <a:ext cx="1600597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90829" y="2192020"/>
            <a:ext cx="320802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I.27)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therefore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650236"/>
            <a:ext cx="67513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intersect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046984"/>
            <a:ext cx="63627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impossible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XII).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3494531"/>
            <a:ext cx="10744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00622f5a3c56ed5a02e31a4b3fbfce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7" y="3527780"/>
            <a:ext cx="321219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51787" y="3494531"/>
            <a:ext cx="7696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5" name="Picture 24" descr="p_6e0985eb46ed265bf8ded2cfbfd149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755" y="3527780"/>
            <a:ext cx="321219" cy="3017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78975" y="3494531"/>
            <a:ext cx="43815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unequal,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is,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891280"/>
            <a:ext cx="100583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equal: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8ad0f2b1f7b76b6b31adebf57a0f78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3" y="3910838"/>
            <a:ext cx="843607" cy="40233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19311" y="3891280"/>
            <a:ext cx="15239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I.15);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820e706aa1570cbdc0f764f9c90231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8783" y="3910838"/>
            <a:ext cx="966904" cy="4023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95688" y="3891280"/>
            <a:ext cx="25755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4349496"/>
            <a:ext cx="71323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side: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if</a:t>
            </a:r>
          </a:p>
        </p:txBody>
      </p:sp>
      <p:pic>
        <p:nvPicPr>
          <p:cNvPr id="33" name="Picture 32" descr="p_f649fedc1d99c97ae4c3afc515540dd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4801006"/>
            <a:ext cx="340069" cy="3017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20829" y="4746244"/>
            <a:ext cx="32384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added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both,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2421ae47fe61ef90b19b2dad1790037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1901" y="4765802"/>
            <a:ext cx="1290099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92000" y="4746244"/>
            <a:ext cx="145542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I.13).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5204460"/>
            <a:ext cx="70866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say,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59" y="5601208"/>
            <a:ext cx="707136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cutting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angles.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5997956"/>
            <a:ext cx="4724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