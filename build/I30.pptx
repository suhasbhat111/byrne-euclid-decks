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2841"/>
            <a:ext cx="5074920" cy="4895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4764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1e4fb3405dec791935026c9ac2f07b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232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7418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efa83973f8530a7aee8d7b4fb5311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5306" y="270530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90493" y="2528887"/>
            <a:ext cx="1371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6027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1681253b84f027b0d77bb128d7ff27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4454099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5946" y="4277677"/>
            <a:ext cx="4777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2841"/>
            <a:ext cx="5074920" cy="4895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74352" y="2231966"/>
            <a:ext cx="662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11367689895e1ab5f8e0455257d6f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976" y="2382252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51246" y="2231966"/>
            <a:ext cx="14401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intersect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4abf5cb84ed58cf5e328a8a853e707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662" y="2345447"/>
            <a:ext cx="834463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28126" y="2231966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5785" y="3078653"/>
            <a:ext cx="10363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676d2676c56a0798352749ec3e1be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113" y="3192133"/>
            <a:ext cx="1383068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78181" y="3078653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I.29),</a:t>
            </a:r>
          </a:p>
        </p:txBody>
      </p:sp>
      <p:pic>
        <p:nvPicPr>
          <p:cNvPr id="15" name="Picture 14" descr="p_584aa4e1d47c303cae2bb66f3c280e9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640" y="4004876"/>
            <a:ext cx="1062253" cy="420623"/>
          </a:xfrm>
          <a:prstGeom prst="rect">
            <a:avLst/>
          </a:prstGeom>
        </p:spPr>
      </p:pic>
      <p:pic>
        <p:nvPicPr>
          <p:cNvPr id="16" name="Picture 15" descr="p_615561f3d301cac792365f50bb2215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283" y="4817618"/>
            <a:ext cx="1856231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3515" y="4704138"/>
            <a:ext cx="27355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I.28).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