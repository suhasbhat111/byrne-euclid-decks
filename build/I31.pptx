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554"/>
            <a:ext cx="5074920" cy="4479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80759" y="2528887"/>
            <a:ext cx="6507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([middle][EB]E)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3403282"/>
            <a:ext cx="61264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parallel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to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a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given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4277677"/>
            <a:ext cx="2278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straight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line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700" b="0" i="0">
                <a:solidFill>
                  <a:srgbClr val="222222"/>
                </a:solidFill>
                <a:latin typeface="EB Garamond"/>
              </a:rPr>
              <a:t>(</a:t>
            </a:r>
          </a:p>
        </p:txBody>
      </p:sp>
      <p:pic>
        <p:nvPicPr>
          <p:cNvPr id="10" name="Picture 9" descr="p_ebbc7d0364685ce585f640e83f2a0b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736" y="4454099"/>
            <a:ext cx="1005186" cy="3703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798922" y="4277677"/>
            <a:ext cx="373380" cy="87439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700" b="0" i="0">
                <a:solidFill>
                  <a:srgbClr val="222222"/>
                </a:solidFill>
                <a:latin typeface="EB Garamond"/>
              </a:rPr>
              <a:t>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11185855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2700" b="1">
                <a:solidFill>
                  <a:srgbClr val="222222"/>
                </a:solidFill>
                <a:latin typeface="EB Garamond"/>
              </a:rPr>
              <a:t>Book I. Prop. XXXI. Prob.</a:t>
            </a:r>
            <a:r>
              <a:rPr sz="2200" b="0" i="1">
                <a:solidFill>
                  <a:srgbClr val="C03A22"/>
                </a:solidFill>
                <a:latin typeface="EB Garamond"/>
              </a:rPr>
              <a:t>  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3728618" cy="41148"/>
          </a:xfrm>
          <a:prstGeom prst="rect">
            <a:avLst/>
          </a:prstGeom>
          <a:solidFill>
            <a:srgbClr val="C0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31538" y="969264"/>
            <a:ext cx="3728618" cy="41148"/>
          </a:xfrm>
          <a:prstGeom prst="rect">
            <a:avLst/>
          </a:prstGeom>
          <a:solidFill>
            <a:srgbClr val="27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60156" y="969264"/>
            <a:ext cx="3728618" cy="41148"/>
          </a:xfrm>
          <a:prstGeom prst="rect">
            <a:avLst/>
          </a:prstGeom>
          <a:solidFill>
            <a:srgbClr val="E6A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554"/>
            <a:ext cx="5074920" cy="44798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0360" y="2282142"/>
            <a:ext cx="99059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Draw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8" name="Picture 7" descr="p_d21ac2ad10439b582605840d0092b8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12" y="2432427"/>
            <a:ext cx="856270" cy="315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19382" y="2282142"/>
            <a:ext cx="472440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from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the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[middle][EB]E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4720" y="3026997"/>
            <a:ext cx="400812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any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point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[middle][CF]F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1" name="Picture 10" descr="p_ebbc7d0364685ce585f640e83f2a0b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1488" y="3177282"/>
            <a:ext cx="856270" cy="3154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27758" y="3026997"/>
            <a:ext cx="2209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1083" y="3840480"/>
            <a:ext cx="93725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make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4" name="Picture 13" descr="p_629cf89e0c54901867812afbc1a672c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1163" y="3953960"/>
            <a:ext cx="1031719" cy="42062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62883" y="3840480"/>
            <a:ext cx="1531619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I.23),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1355" y="4653962"/>
            <a:ext cx="830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then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</a:p>
        </p:txBody>
      </p:sp>
      <p:pic>
        <p:nvPicPr>
          <p:cNvPr id="17" name="Picture 16" descr="p_f44066546e064f26b8be4351434ad25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091" y="4767443"/>
            <a:ext cx="1673352" cy="42062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59443" y="4653962"/>
            <a:ext cx="2735580" cy="744855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(pr.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I.27).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Q.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E.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 </a:t>
            </a:r>
            <a:r>
              <a:rPr sz="2300" b="0" i="0">
                <a:solidFill>
                  <a:srgbClr val="222222"/>
                </a:solidFill>
                <a:latin typeface="EB Garamond"/>
              </a:rPr>
              <a:t>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