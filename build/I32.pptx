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7" y="1225296"/>
            <a:ext cx="5065545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382207"/>
            <a:ext cx="206502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441dac33cb0effd0f1c6102fbbce26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3047" y="1539389"/>
            <a:ext cx="100518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28234" y="1382207"/>
            <a:ext cx="280416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2201631"/>
            <a:ext cx="4952999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produced,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external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1" name="Picture 10" descr="p_665681e363320b0028fc17d6e7d6fac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3432" y="2358813"/>
            <a:ext cx="290975" cy="37033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24407" y="2201631"/>
            <a:ext cx="156972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3021055"/>
            <a:ext cx="576072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sum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internal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59" y="3840480"/>
            <a:ext cx="284226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opposite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5" name="Picture 14" descr="p_e417c7b1ba9e7cbedf63e9b90c812c4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4839" y="3997662"/>
            <a:ext cx="400687" cy="37033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45527" y="3840480"/>
            <a:ext cx="92202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7" name="Picture 16" descr="p_893110a0890e74167c17907be41fa9b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3415" y="3997662"/>
            <a:ext cx="470036" cy="37033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743451" y="3840480"/>
            <a:ext cx="168402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59" y="4659904"/>
            <a:ext cx="685800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three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internal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taken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5479328"/>
            <a:ext cx="624078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together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7" y="1225296"/>
            <a:ext cx="5065545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18935" y="1448856"/>
            <a:ext cx="6301740" cy="57247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Through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point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[middle][AD,AE]A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draw</a:t>
            </a:r>
          </a:p>
        </p:txBody>
      </p:sp>
      <p:pic>
        <p:nvPicPr>
          <p:cNvPr id="8" name="Picture 7" descr="p_4bb039936e1f9da590fea43061f813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0307" y="2280808"/>
            <a:ext cx="1673352" cy="4206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63659" y="2227661"/>
            <a:ext cx="1531619" cy="57247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I.31).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9569" y="2852447"/>
            <a:ext cx="952500" cy="57247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1" name="Picture 10" descr="p_c6ceb3a36b4e19137f58b9b6b88888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1841" y="2905594"/>
            <a:ext cx="1722555" cy="42062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14397" y="2852447"/>
            <a:ext cx="1531619" cy="57247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I.29),</a:t>
            </a:r>
          </a:p>
        </p:txBody>
      </p:sp>
      <p:pic>
        <p:nvPicPr>
          <p:cNvPr id="13" name="Picture 12" descr="p_3fc29f28f125f2fe8dd712302932b6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6715" y="3530381"/>
            <a:ext cx="1056567" cy="42062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83283" y="3477233"/>
            <a:ext cx="1211579" cy="57247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(ax.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II),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3247" y="4102019"/>
            <a:ext cx="1965960" cy="57247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therefore</a:t>
            </a:r>
          </a:p>
        </p:txBody>
      </p:sp>
      <p:pic>
        <p:nvPicPr>
          <p:cNvPr id="16" name="Picture 15" descr="p_93e2acb764ff7b95af9bec1fa6dc5a4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7169" y="4933972"/>
            <a:ext cx="1255195" cy="420623"/>
          </a:xfrm>
          <a:prstGeom prst="rect">
            <a:avLst/>
          </a:prstGeom>
        </p:spPr>
      </p:pic>
      <p:pic>
        <p:nvPicPr>
          <p:cNvPr id="17" name="Picture 16" descr="p_b26933b78284a623b23412bf1481bf6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286" y="5712777"/>
            <a:ext cx="878225" cy="4206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84512" y="5659630"/>
            <a:ext cx="2735580" cy="57247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I.13).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