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587"/>
            <a:ext cx="5074920" cy="4509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247649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3b1a7704fcb90e0eb9b9cfcf52cd38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232" y="2268112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7418" y="2091690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bb4ee0c73ae0fe41156ab317ffeac1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5306" y="2268112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90493" y="2091690"/>
            <a:ext cx="1371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966085"/>
            <a:ext cx="68961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join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adjacent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extremities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840480"/>
            <a:ext cx="43662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77630c1ab2fab9bda9a549e58f7ef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401690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69226" y="3840480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16" name="Picture 15" descr="p_3658fc9b659d8297592ccab1974180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4891297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85946" y="4714875"/>
            <a:ext cx="5798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themselves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587"/>
            <a:ext cx="5074920" cy="4509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6784" y="1407686"/>
            <a:ext cx="990599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b32ef25839aa8c7f80a4ab17c6ef5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36" y="1541768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25806" y="1407686"/>
            <a:ext cx="195834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diagonal.</a:t>
            </a:r>
          </a:p>
        </p:txBody>
      </p:sp>
      <p:pic>
        <p:nvPicPr>
          <p:cNvPr id="10" name="Picture 9" descr="p_4a701cb8be2789e8c6d9f507cd7fd6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370" y="2280572"/>
            <a:ext cx="2271369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57740" y="2183295"/>
            <a:ext cx="1043939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12" name="Picture 11" descr="p_c27ae8743fd793b18e9faaf5fe3854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7112" y="3226356"/>
            <a:ext cx="926798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23910" y="3129079"/>
            <a:ext cx="144780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208" y="4074863"/>
            <a:ext cx="72390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b32ef25839aa8c7f80a4ab17c6ef5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600" y="4208945"/>
            <a:ext cx="856270" cy="315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13870" y="4074863"/>
            <a:ext cx="422148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triangles;</a:t>
            </a:r>
          </a:p>
        </p:txBody>
      </p:sp>
      <p:pic>
        <p:nvPicPr>
          <p:cNvPr id="17" name="Picture 16" descr="p_2b4da0fa605dbf8b553c547d061de4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864" y="4922066"/>
            <a:ext cx="2243328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39192" y="4824789"/>
            <a:ext cx="876299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bf7c4596a83a2a824f4bcd97ca6a44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0504" y="4922066"/>
            <a:ext cx="767805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98310" y="4824789"/>
            <a:ext cx="1356359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2587" y="5574715"/>
            <a:ext cx="72390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3ac5aea1939b94efffd7705a7398d8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1979" y="5671992"/>
            <a:ext cx="1856231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08211" y="5574715"/>
            <a:ext cx="2735580" cy="69855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I.27).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