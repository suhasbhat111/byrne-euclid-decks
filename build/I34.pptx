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073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69723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diagonal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b32ef25839aa8c7f80a4ab17c6ef5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4454099"/>
            <a:ext cx="1005186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5946" y="4277677"/>
            <a:ext cx="5273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divides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5587"/>
            <a:ext cx="5074920" cy="4509784"/>
          </a:xfrm>
          <a:prstGeom prst="rect">
            <a:avLst/>
          </a:prstGeom>
        </p:spPr>
      </p:pic>
      <p:pic>
        <p:nvPicPr>
          <p:cNvPr id="7" name="Picture 6" descr="p_3e6ab083446525a6183dfe74a69c61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260" y="1501980"/>
            <a:ext cx="1728501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24762" y="1474387"/>
            <a:ext cx="14478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8208" y="2026521"/>
            <a:ext cx="7239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32ef25839aa8c7f80a4ab17c6ef55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600" y="2090919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13870" y="2026521"/>
            <a:ext cx="422148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pic>
        <p:nvPicPr>
          <p:cNvPr id="12" name="Picture 11" descr="p_e56037b389d0526e557182209ab174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4721" y="2632585"/>
            <a:ext cx="3311579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16301" y="2604992"/>
            <a:ext cx="14478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2913" y="3157127"/>
            <a:ext cx="7239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489aab95b57e415f5d6115e0e787c3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305" y="3184720"/>
            <a:ext cx="974779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77085" y="3157127"/>
            <a:ext cx="1211579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6743" y="3709261"/>
            <a:ext cx="633222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031" y="4208724"/>
            <a:ext cx="608076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equal: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05735b1e44061985e2567e551dc5fa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911" y="4273122"/>
            <a:ext cx="293199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74111" y="4208724"/>
            <a:ext cx="72390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1" name="Picture 20" descr="p_68f857a543f2506d76eb8f9b909ae3b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847" y="4772584"/>
            <a:ext cx="293199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1047" y="4708186"/>
            <a:ext cx="653796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every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respect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527" y="5207648"/>
            <a:ext cx="684276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divides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parts.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1303" y="5707110"/>
            <a:ext cx="845820" cy="49946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