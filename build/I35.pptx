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4242"/>
            <a:ext cx="5074920" cy="3652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103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6492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4277677"/>
            <a:ext cx="11201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4242"/>
            <a:ext cx="5074920" cy="3652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9911" y="1497119"/>
            <a:ext cx="3924300" cy="4635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account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parallels,</a:t>
            </a:r>
          </a:p>
        </p:txBody>
      </p:sp>
      <p:pic>
        <p:nvPicPr>
          <p:cNvPr id="8" name="Picture 7" descr="p_91b716eff3e1a5b1d86edffce35b77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84" y="2151795"/>
            <a:ext cx="30578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72454" y="2131348"/>
            <a:ext cx="22402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6151" y="2690569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e038d6e1b07d1c51eb07976cb14916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43" y="2711016"/>
            <a:ext cx="859535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95079" y="2690569"/>
            <a:ext cx="12725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I.8)</a:t>
            </a:r>
          </a:p>
        </p:txBody>
      </p:sp>
      <p:pic>
        <p:nvPicPr>
          <p:cNvPr id="13" name="Picture 12" descr="p_d1a00c4dec3cc586f32f7fa7a17ee8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175" y="3243511"/>
            <a:ext cx="1091183" cy="420623"/>
          </a:xfrm>
          <a:prstGeom prst="rect">
            <a:avLst/>
          </a:prstGeom>
        </p:spPr>
      </p:pic>
      <p:pic>
        <p:nvPicPr>
          <p:cNvPr id="14" name="Picture 13" descr="p_f6e98c728311a03bb653f90cb591d2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911" y="3893257"/>
            <a:ext cx="676655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9567" y="3872810"/>
            <a:ext cx="2209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391" y="4522555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735f08d0dc32c092b72eb7949545a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783" y="4543002"/>
            <a:ext cx="975359" cy="420623"/>
          </a:xfrm>
          <a:prstGeom prst="rect">
            <a:avLst/>
          </a:prstGeom>
        </p:spPr>
      </p:pic>
      <p:pic>
        <p:nvPicPr>
          <p:cNvPr id="18" name="Picture 17" descr="p_e84ced695c70d34ef88c9fa4a34522a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335" y="5192748"/>
            <a:ext cx="749807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26143" y="5172301"/>
            <a:ext cx="2209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20" name="Picture 19" descr="p_d5322025ac233304466558429ab7c7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0639" y="5725243"/>
            <a:ext cx="1018031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78671" y="5704796"/>
            <a:ext cx="14249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