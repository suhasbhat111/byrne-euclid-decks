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XXXVI.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42173"/>
            <a:ext cx="5074920" cy="35966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2966085"/>
            <a:ext cx="272034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Parallelograms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8" name="Picture 7" descr="p_9d00d57592e3edc1054144da7ca0d01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7304" y="3142507"/>
            <a:ext cx="332762" cy="3703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80066" y="2966085"/>
            <a:ext cx="9220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0" name="Picture 9" descr="p_3f139a419bb60da657e4f2b9df1c59b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7954" y="3142507"/>
            <a:ext cx="322027" cy="37033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429981" y="2966085"/>
            <a:ext cx="278130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bases,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59" y="3840480"/>
            <a:ext cx="683514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between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same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parallels,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are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XXXVI.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42173"/>
            <a:ext cx="5074920" cy="35966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24993" y="1499166"/>
            <a:ext cx="990599" cy="59943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7a7cf1fb0cc51d82068d62cbe5c79b6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7745" y="1598556"/>
            <a:ext cx="856270" cy="3154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964015" y="1499166"/>
            <a:ext cx="792479" cy="59943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0" name="Picture 9" descr="p_9ddfb663b473fb64ce2bf3163735b5a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8271" y="1598556"/>
            <a:ext cx="856270" cy="315468"/>
          </a:xfrm>
          <a:prstGeom prst="rect">
            <a:avLst/>
          </a:prstGeom>
        </p:spPr>
      </p:pic>
      <p:pic>
        <p:nvPicPr>
          <p:cNvPr id="11" name="Picture 10" descr="p_7e64c74e8d0a3308dfa250488b99e16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7669" y="2381288"/>
            <a:ext cx="3389027" cy="42062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716697" y="2318703"/>
            <a:ext cx="2293620" cy="59943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I.34,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hyp.);</a:t>
            </a:r>
          </a:p>
        </p:txBody>
      </p:sp>
      <p:pic>
        <p:nvPicPr>
          <p:cNvPr id="13" name="Picture 12" descr="p_5cb07a5bede6297f038716ac95b1915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5943" y="3034018"/>
            <a:ext cx="2450591" cy="42062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076535" y="2971433"/>
            <a:ext cx="220980" cy="59943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;</a:t>
            </a:r>
          </a:p>
        </p:txBody>
      </p:sp>
      <p:pic>
        <p:nvPicPr>
          <p:cNvPr id="15" name="Picture 14" descr="p_6ece5802628798fd4a5b12f479e8eb6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5215" y="3686749"/>
            <a:ext cx="2450591" cy="42062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585807" y="3624164"/>
            <a:ext cx="1447800" cy="59943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I.33)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1761" y="4276894"/>
            <a:ext cx="2034539" cy="59943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therefore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8" name="Picture 17" descr="p_895061cdd6d52d54e0f449b2a079188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9665" y="4376284"/>
            <a:ext cx="388619" cy="31546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838285" y="4276894"/>
            <a:ext cx="2636520" cy="59943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parallelogram;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6215" y="4929625"/>
            <a:ext cx="693420" cy="59943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but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1" name="Picture 20" descr="p_8b84b7e466d18ee636677780814bfdc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61223" y="4992210"/>
            <a:ext cx="1243584" cy="42062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204807" y="4929625"/>
            <a:ext cx="1447800" cy="59943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I.35)</a:t>
            </a:r>
          </a:p>
        </p:txBody>
      </p:sp>
      <p:pic>
        <p:nvPicPr>
          <p:cNvPr id="23" name="Picture 22" descr="p_3826239f859bddbdd07dd3c13c69576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98511" y="5644940"/>
            <a:ext cx="847343" cy="42062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445855" y="5582355"/>
            <a:ext cx="2293620" cy="59943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(ax.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I).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