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XXXVII.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30203"/>
            <a:ext cx="5074920" cy="38205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528887"/>
            <a:ext cx="173736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Triangles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23aef38cc52e96561fe091bfab9744f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2705309"/>
            <a:ext cx="289825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50745" y="2528887"/>
            <a:ext cx="9220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e3a728028ccff7b4ae417d0fc9d397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8633" y="2705309"/>
            <a:ext cx="305926" cy="3703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584559" y="2528887"/>
            <a:ext cx="3162299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base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2" name="Picture 11" descr="p_b36d634cd3081d7052a32ab84f324b6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59" y="3579704"/>
            <a:ext cx="1005186" cy="37033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85946" y="3403282"/>
            <a:ext cx="589026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between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parallels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59" y="4277677"/>
            <a:ext cx="1120139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equal.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XXXVII.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30203"/>
            <a:ext cx="5074920" cy="3820552"/>
          </a:xfrm>
          <a:prstGeom prst="rect">
            <a:avLst/>
          </a:prstGeom>
        </p:spPr>
      </p:pic>
      <p:pic>
        <p:nvPicPr>
          <p:cNvPr id="7" name="Picture 6" descr="p_960c6da7bcf07b9026e81e557367397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855" y="1553664"/>
            <a:ext cx="3639312" cy="42062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180167" y="1474855"/>
            <a:ext cx="1447800" cy="6457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I.31)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35424" y="2173321"/>
            <a:ext cx="1356359" cy="6457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Produce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0cfd1452c15c3c2a69e84bc714e4b03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0784" y="2288936"/>
            <a:ext cx="856270" cy="3154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767054" y="2173321"/>
            <a:ext cx="220980" cy="6457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  <p:pic>
        <p:nvPicPr>
          <p:cNvPr id="12" name="Picture 11" descr="p_97f98a1a0957128ca1c6fca51eb6747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3091" y="2987402"/>
            <a:ext cx="274320" cy="3154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17411" y="2871788"/>
            <a:ext cx="792479" cy="6457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4" name="Picture 13" descr="p_f9bb95c94682e313ea69b99b07ee215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1667" y="2987402"/>
            <a:ext cx="338327" cy="3154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79995" y="2871788"/>
            <a:ext cx="5570220" cy="6457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parallelograms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base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14135" y="3517582"/>
            <a:ext cx="7063740" cy="6457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between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parallels,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therefore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83015" y="4163377"/>
            <a:ext cx="891540" cy="6457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I.35).</a:t>
            </a:r>
          </a:p>
        </p:txBody>
      </p:sp>
      <p:pic>
        <p:nvPicPr>
          <p:cNvPr id="18" name="Picture 17" descr="p_fb9a4e1155e339d8b0bf0c77454e68a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5034" y="4940653"/>
            <a:ext cx="1990953" cy="42062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355988" y="4861843"/>
            <a:ext cx="1447800" cy="6457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I.34)</a:t>
            </a:r>
          </a:p>
        </p:txBody>
      </p:sp>
      <p:pic>
        <p:nvPicPr>
          <p:cNvPr id="20" name="Picture 19" descr="p_8b7a07c65fe01bc4392237399451155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6463" y="5639120"/>
            <a:ext cx="786383" cy="42062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762847" y="5560310"/>
            <a:ext cx="1424940" cy="6457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