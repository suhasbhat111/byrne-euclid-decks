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1278"/>
            <a:ext cx="5074920" cy="3358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18745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45bb4fda0c7d4dbc14b1a14911ea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3142507"/>
            <a:ext cx="3174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88075" y="2966085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f6cbd78266c5f06ea6ac22a94716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963" y="3142507"/>
            <a:ext cx="317427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33390" y="2966085"/>
            <a:ext cx="33832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840480"/>
            <a:ext cx="6035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1278"/>
            <a:ext cx="5074920" cy="3358402"/>
          </a:xfrm>
          <a:prstGeom prst="rect">
            <a:avLst/>
          </a:prstGeom>
        </p:spPr>
      </p:pic>
      <p:pic>
        <p:nvPicPr>
          <p:cNvPr id="7" name="Picture 6" descr="p_f5941c5674baaf81b17d73eaf879b3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07" y="1854503"/>
            <a:ext cx="3950208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35615" y="1741023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pic>
        <p:nvPicPr>
          <p:cNvPr id="9" name="Picture 8" descr="p_b8d6e135a064fe6938c846c6d8110a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065" y="2657726"/>
            <a:ext cx="787835" cy="420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20901" y="2544245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I.36);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7015" y="3347468"/>
            <a:ext cx="6934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1074de4511a4f439044012c59f8da1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023" y="3460949"/>
            <a:ext cx="1074927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86951" y="3347468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4853" y="4391859"/>
            <a:ext cx="7239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c5d1275aa36af1cc32501ff1eb6925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245" y="4505340"/>
            <a:ext cx="1034868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9113" y="4391859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I.34),</a:t>
            </a:r>
          </a:p>
        </p:txBody>
      </p:sp>
      <p:pic>
        <p:nvPicPr>
          <p:cNvPr id="17" name="Picture 16" descr="p_f2673791c97740c5b4d9f2443cbc5c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5255" y="5308562"/>
            <a:ext cx="841247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96503" y="5195081"/>
            <a:ext cx="26593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VII).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