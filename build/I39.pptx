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4.png"/><Relationship Id="rId1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XXXIX.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2358"/>
            <a:ext cx="5074920" cy="509624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2528887"/>
            <a:ext cx="26365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triangles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54b0b0c10741a2f2cb2570e030cd1d7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0247" y="2705309"/>
            <a:ext cx="470262" cy="3703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50510" y="2528887"/>
            <a:ext cx="9220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1115920f5ab78652dd6e6950f5a7aa3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8398" y="2705309"/>
            <a:ext cx="417358" cy="37033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595757" y="2528887"/>
            <a:ext cx="21640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59" y="3403282"/>
            <a:ext cx="105156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base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3" name="Picture 12" descr="p_5e6f27d85cc6b3a17dbecb37c06d875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79" y="3579704"/>
            <a:ext cx="1005186" cy="37033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817466" y="3403282"/>
            <a:ext cx="46177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same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it,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59" y="4277677"/>
            <a:ext cx="506730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between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same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parallels.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XXXIX.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2358"/>
            <a:ext cx="5074920" cy="509624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1427100"/>
            <a:ext cx="426720" cy="35717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9de2d3ee564ead4761f385187bfaca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2408" y="1460899"/>
            <a:ext cx="707353" cy="2606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019761" y="1427100"/>
            <a:ext cx="5547360" cy="35717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which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joins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vertices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triangles,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not</a:t>
            </a:r>
          </a:p>
        </p:txBody>
      </p:sp>
      <p:pic>
        <p:nvPicPr>
          <p:cNvPr id="10" name="Picture 9" descr="p_6b5e44ef54a80aebfcec43743a31822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59" y="1801162"/>
            <a:ext cx="838465" cy="347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19225" y="1784271"/>
            <a:ext cx="90678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2" name="Picture 11" descr="p_c12b913ebdb365e75baf2a8cc57ac9a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4921" y="1801162"/>
            <a:ext cx="1382334" cy="3474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917255" y="1784271"/>
            <a:ext cx="233172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I.31),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meeting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4" name="Picture 13" descr="p_a0a495db1729bb7fec8a42f0219c2c7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72903" y="1831566"/>
            <a:ext cx="707353" cy="26060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380257" y="1784271"/>
            <a:ext cx="205739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59" y="2231784"/>
            <a:ext cx="845820" cy="35717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7" name="Picture 16" descr="p_244d60316e1ce6ef8252576666c18c5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7688" y="2265582"/>
            <a:ext cx="707353" cy="26060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55041" y="2231784"/>
            <a:ext cx="205739" cy="35717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.</a:t>
            </a:r>
          </a:p>
        </p:txBody>
      </p:sp>
      <p:pic>
        <p:nvPicPr>
          <p:cNvPr id="19" name="Picture 18" descr="p_a1fae3671611487057628c535a317dc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80759" y="2657626"/>
            <a:ext cx="1533409" cy="34747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614169" y="2640735"/>
            <a:ext cx="1066799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(const.)</a:t>
            </a:r>
          </a:p>
        </p:txBody>
      </p:sp>
      <p:pic>
        <p:nvPicPr>
          <p:cNvPr id="21" name="Picture 20" descr="p_1b77c5d0bfd197f1ae91266b05e716d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80759" y="3180781"/>
            <a:ext cx="704335" cy="34747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785095" y="3163890"/>
            <a:ext cx="128778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I.37);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59" y="3687044"/>
            <a:ext cx="60198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but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4" name="Picture 23" descr="p_29edc6206140d79deaabd2f94811312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52616" y="3703935"/>
            <a:ext cx="827314" cy="34747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279930" y="3687044"/>
            <a:ext cx="95250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(hyp.);</a:t>
            </a:r>
          </a:p>
        </p:txBody>
      </p:sp>
      <p:pic>
        <p:nvPicPr>
          <p:cNvPr id="26" name="Picture 25" descr="p_ed31d49a8995624021e6d5d7417b0b17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80759" y="4151448"/>
            <a:ext cx="755986" cy="34747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836746" y="4134557"/>
            <a:ext cx="205739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59" y="4657711"/>
            <a:ext cx="4914900" cy="35717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part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whole,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which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absurd.</a:t>
            </a:r>
          </a:p>
        </p:txBody>
      </p:sp>
      <p:pic>
        <p:nvPicPr>
          <p:cNvPr id="29" name="Picture 28" descr="p_d8f04be4d66c3c94411a909d1938d5f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80759" y="5083554"/>
            <a:ext cx="1533409" cy="34747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614169" y="5066663"/>
            <a:ext cx="400812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;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in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same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manner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it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can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be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5462395"/>
            <a:ext cx="457962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demonstrated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that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no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other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line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except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2" name="Picture 31" descr="p_9de2d3ee564ead4761f385187bfaca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4727" y="5509689"/>
            <a:ext cx="707353" cy="26060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342081" y="5462395"/>
            <a:ext cx="43434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4" name="Picture 33" descr="p_6b5e44ef54a80aebfcec43743a31822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9825" y="5479286"/>
            <a:ext cx="838465" cy="34747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1418290" y="5462395"/>
            <a:ext cx="205739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;</a:t>
            </a:r>
          </a:p>
        </p:txBody>
      </p:sp>
      <p:pic>
        <p:nvPicPr>
          <p:cNvPr id="36" name="Picture 35" descr="p_9ffb19d16ab87dcb2c71585b1282edc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80759" y="5875018"/>
            <a:ext cx="1533409" cy="34747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614169" y="5858127"/>
            <a:ext cx="121158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