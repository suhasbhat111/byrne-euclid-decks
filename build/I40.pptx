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976"/>
            <a:ext cx="5074920" cy="4331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7736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844df9732517d5efa719ec00ea9fed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975" y="2705309"/>
            <a:ext cx="35181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1791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d0f119906ad0de210bde127c47ed0a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679" y="2705309"/>
            <a:ext cx="351815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1494" y="2528887"/>
            <a:ext cx="2781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71170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277677"/>
            <a:ext cx="15392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976"/>
            <a:ext cx="5074920" cy="4331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274597"/>
            <a:ext cx="41147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6044fa7896934fda5b19aef705ce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319403"/>
            <a:ext cx="670124" cy="24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70340" y="1274597"/>
            <a:ext cx="47320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joins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vertices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9f5c3106e0e59ed00b9a3ed4d1b22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228" y="1290599"/>
            <a:ext cx="794335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40563" y="1274597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763115"/>
            <a:ext cx="7391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cbcb0069bc65d35cd7c540902a8e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343" y="1779117"/>
            <a:ext cx="1309579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1923" y="1763115"/>
            <a:ext cx="124205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I.31),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251633"/>
            <a:ext cx="106679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64c5c97f4939eb2de8e16de03d2b7a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472" y="2278837"/>
            <a:ext cx="670124" cy="246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4596" y="2251633"/>
            <a:ext cx="20573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689860"/>
            <a:ext cx="8077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9f1deb483f8538af80734bf04306e3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208" y="2717063"/>
            <a:ext cx="670124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87332" y="2689860"/>
            <a:ext cx="20573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21" name="Picture 20" descr="p_08f23f26a085510b36657257da8ba5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3081274"/>
            <a:ext cx="1452703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33463" y="3065272"/>
            <a:ext cx="102869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3" name="Picture 22" descr="p_840d35f026ec10d2f617f96886614fd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3569792"/>
            <a:ext cx="558615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39375" y="3553790"/>
            <a:ext cx="11734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I.38)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042308"/>
            <a:ext cx="5791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c1b563f3ad904518230bd19a632f61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4328" y="4058310"/>
            <a:ext cx="614476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8804" y="4042308"/>
            <a:ext cx="8534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28" name="Picture 27" descr="p_0ed98b78aaccc5933b04854ea06868b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484014"/>
            <a:ext cx="658368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39127" y="4468012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956530"/>
            <a:ext cx="462534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whole,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absurd.</a:t>
            </a:r>
          </a:p>
        </p:txBody>
      </p:sp>
      <p:pic>
        <p:nvPicPr>
          <p:cNvPr id="31" name="Picture 30" descr="p_9b429c3c7fbef00c722f3e7d21dcaab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5347944"/>
            <a:ext cx="1452703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33463" y="5331942"/>
            <a:ext cx="53263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: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can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706846"/>
            <a:ext cx="279654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no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except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46044fa7896934fda5b19aef705ce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264" y="5751652"/>
            <a:ext cx="670124" cy="2468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78388" y="5706846"/>
            <a:ext cx="40386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6" name="Picture 35" descr="p_99f5c3106e0e59ed00b9a3ed4d1b22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748" y="5722848"/>
            <a:ext cx="794335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886083" y="5706846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: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8" name="Picture 37" descr="p_63ccc58423841ba60456ee22c443c4b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3619" y="5722848"/>
            <a:ext cx="1452703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6323" y="5706846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6081750"/>
            <a:ext cx="10363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