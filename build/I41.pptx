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87568"/>
            <a:ext cx="5074920" cy="37058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091690"/>
            <a:ext cx="31013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parallelogram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e9a95ae4ca876346b32f332189ed98d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104" y="2268112"/>
            <a:ext cx="440871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92975" y="2091690"/>
            <a:ext cx="24993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b7217af9d7b370dd8e3161b0cb5f1f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2735" y="2268112"/>
            <a:ext cx="393845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176580" y="2091690"/>
            <a:ext cx="7010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2966085"/>
            <a:ext cx="33909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upon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base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343bd6760d269c0cc1e8cdce23369c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3752" y="3142507"/>
            <a:ext cx="1005186" cy="3703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88938" y="2966085"/>
            <a:ext cx="23012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between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3840480"/>
            <a:ext cx="30251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8601d573a2a3e7557922d4a6ac00d26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1144" y="4016902"/>
            <a:ext cx="1005186" cy="3703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96330" y="3840480"/>
            <a:ext cx="9220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8" name="Picture 17" descr="p_343bd6760d269c0cc1e8cdce23369c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4218" y="4016902"/>
            <a:ext cx="1005186" cy="37033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029405" y="3840480"/>
            <a:ext cx="8458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4714875"/>
            <a:ext cx="59283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parallelogram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double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87568"/>
            <a:ext cx="5074920" cy="37058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86784" y="2115077"/>
            <a:ext cx="990599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25e6c812e67ef10c79157ee37509ea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36" y="2265362"/>
            <a:ext cx="856270" cy="315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25806" y="2115077"/>
            <a:ext cx="195834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diagonal.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3677" y="2926028"/>
            <a:ext cx="95250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1" name="Picture 10" descr="p_a1692b8a2abcd6030c856a0d3e7e9f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949" y="3039508"/>
            <a:ext cx="941396" cy="4206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57345" y="2926028"/>
            <a:ext cx="144780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I.37)</a:t>
            </a:r>
          </a:p>
        </p:txBody>
      </p:sp>
      <p:pic>
        <p:nvPicPr>
          <p:cNvPr id="13" name="Picture 12" descr="p_5490853d00347ed8eb257057eed2b4d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2854" y="4123557"/>
            <a:ext cx="1335314" cy="42062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28168" y="4010076"/>
            <a:ext cx="144780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I.34)</a:t>
            </a:r>
          </a:p>
        </p:txBody>
      </p:sp>
      <p:pic>
        <p:nvPicPr>
          <p:cNvPr id="15" name="Picture 14" descr="p_002c353a8e356212030aadfa3b80ed9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5277" y="4934508"/>
            <a:ext cx="1408756" cy="42062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74033" y="4821027"/>
            <a:ext cx="142494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