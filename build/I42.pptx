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XLII. Prob.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3111"/>
            <a:ext cx="5074920" cy="36547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528887"/>
            <a:ext cx="65074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construct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parallelogram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59" y="3403282"/>
            <a:ext cx="24155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given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triangle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9" name="Picture 8" descr="p_84b9022bdc3e89c1852582e0b6c0d3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3464" y="3579704"/>
            <a:ext cx="428196" cy="3703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31660" y="3403282"/>
            <a:ext cx="34366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having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4277677"/>
            <a:ext cx="55549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given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rectilinear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2" name="Picture 11" descr="p_0ccb38a3986ab9dbb45ce8413163ba4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5016" y="4454099"/>
            <a:ext cx="400687" cy="37033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815703" y="4277677"/>
            <a:ext cx="3733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XLII. Prob.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3111"/>
            <a:ext cx="5074920" cy="36547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89546" y="1503025"/>
            <a:ext cx="975360" cy="57314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Make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fc1a7e20e30baf8bf8c74a7185de340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106" y="1556408"/>
            <a:ext cx="2271369" cy="42062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831476" y="1503025"/>
            <a:ext cx="1447800" cy="57314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I.10)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1728" y="2287309"/>
            <a:ext cx="990599" cy="57314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1" name="Picture 10" descr="p_3ef67fa67a83e659f39bbe95dee86c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4480" y="2377497"/>
            <a:ext cx="856270" cy="3154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20750" y="2287309"/>
            <a:ext cx="220980" cy="57314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77025" y="2913924"/>
            <a:ext cx="975360" cy="57314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Make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4" name="Picture 13" descr="p_169e3b84983f37ba92d62e8188356aa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7585" y="2967307"/>
            <a:ext cx="896411" cy="42062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43997" y="2913924"/>
            <a:ext cx="1447800" cy="57314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I.23)</a:t>
            </a:r>
          </a:p>
        </p:txBody>
      </p:sp>
      <p:pic>
        <p:nvPicPr>
          <p:cNvPr id="16" name="Picture 15" descr="p_186e7d556a859620b3bdc8b1c58d19b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0855" y="3593922"/>
            <a:ext cx="3639312" cy="42062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180167" y="3540539"/>
            <a:ext cx="1447800" cy="57314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I.31)</a:t>
            </a:r>
          </a:p>
        </p:txBody>
      </p:sp>
      <p:pic>
        <p:nvPicPr>
          <p:cNvPr id="18" name="Picture 17" descr="p_bc2c5e44c8a11f9ef5c1d2903afd39b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82153" y="4247271"/>
            <a:ext cx="1156715" cy="42062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938869" y="4193888"/>
            <a:ext cx="1447800" cy="57314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I.41)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63389" y="4978172"/>
            <a:ext cx="693420" cy="57314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but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1" name="Picture 20" descr="p_e7827d6c498ea0cc96aa964460c527e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8397" y="5031555"/>
            <a:ext cx="749236" cy="42062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957633" y="4978172"/>
            <a:ext cx="1447800" cy="57314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I.38)</a:t>
            </a:r>
          </a:p>
        </p:txBody>
      </p:sp>
      <p:pic>
        <p:nvPicPr>
          <p:cNvPr id="23" name="Picture 22" descr="p_b5ad6300e0c530553bc0ab32ef187d4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47161" y="5658170"/>
            <a:ext cx="1044987" cy="42062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892149" y="5604787"/>
            <a:ext cx="1424940" cy="57314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