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47472"/>
            <a:ext cx="11185855" cy="64008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2700" b="1">
                <a:solidFill>
                  <a:srgbClr val="222222"/>
                </a:solidFill>
                <a:latin typeface="EB Garamond"/>
              </a:rPr>
              <a:t>Book I. Prop. XLIII. Theor.</a:t>
            </a:r>
            <a:r>
              <a:rPr sz="2200" b="0" i="1">
                <a:solidFill>
                  <a:srgbClr val="C03A22"/>
                </a:solidFill>
                <a:latin typeface="EB Garamond"/>
              </a:rPr>
              <a:t>   Statement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9264"/>
            <a:ext cx="3728618" cy="41148"/>
          </a:xfrm>
          <a:prstGeom prst="rect">
            <a:avLst/>
          </a:prstGeom>
          <a:solidFill>
            <a:srgbClr val="C03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231538" y="969264"/>
            <a:ext cx="3728618" cy="41148"/>
          </a:xfrm>
          <a:prstGeom prst="rect">
            <a:avLst/>
          </a:prstGeom>
          <a:solidFill>
            <a:srgbClr val="2755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960156" y="969264"/>
            <a:ext cx="3728618" cy="41148"/>
          </a:xfrm>
          <a:prstGeom prst="rect">
            <a:avLst/>
          </a:prstGeom>
          <a:solidFill>
            <a:srgbClr val="E6A5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ig_I4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628623"/>
            <a:ext cx="5074920" cy="442371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080759" y="2528887"/>
            <a:ext cx="3192780" cy="87439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The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complements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8" name="Picture 7" descr="p_5eb26b011c2d43000fa175a77e4450b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25256" y="2705309"/>
            <a:ext cx="493775" cy="37033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019032" y="2528887"/>
            <a:ext cx="922020" cy="87439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and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10" name="Picture 9" descr="p_9f1203fc1e5b498733a7580a83292e2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46920" y="2705309"/>
            <a:ext cx="357413" cy="370331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0004333" y="2528887"/>
            <a:ext cx="1226820" cy="87439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of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the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80759" y="3403282"/>
            <a:ext cx="5806440" cy="87439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parallelograms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which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are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about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the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80759" y="4277677"/>
            <a:ext cx="6179820" cy="87439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diagonal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of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a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parallelogram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are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equal.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47472"/>
            <a:ext cx="11185855" cy="64008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2700" b="1">
                <a:solidFill>
                  <a:srgbClr val="222222"/>
                </a:solidFill>
                <a:latin typeface="EB Garamond"/>
              </a:rPr>
              <a:t>Book I. Prop. XLIII. Theor.</a:t>
            </a:r>
            <a:r>
              <a:rPr sz="2200" b="0" i="1">
                <a:solidFill>
                  <a:srgbClr val="C03A22"/>
                </a:solidFill>
                <a:latin typeface="EB Garamond"/>
              </a:rPr>
              <a:t>   Proof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9264"/>
            <a:ext cx="3728618" cy="41148"/>
          </a:xfrm>
          <a:prstGeom prst="rect">
            <a:avLst/>
          </a:prstGeom>
          <a:solidFill>
            <a:srgbClr val="C03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231538" y="969264"/>
            <a:ext cx="3728618" cy="41148"/>
          </a:xfrm>
          <a:prstGeom prst="rect">
            <a:avLst/>
          </a:prstGeom>
          <a:solidFill>
            <a:srgbClr val="2755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960156" y="969264"/>
            <a:ext cx="3728618" cy="41148"/>
          </a:xfrm>
          <a:prstGeom prst="rect">
            <a:avLst/>
          </a:prstGeom>
          <a:solidFill>
            <a:srgbClr val="E6A5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ig_I4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628623"/>
            <a:ext cx="5074920" cy="4423713"/>
          </a:xfrm>
          <a:prstGeom prst="rect">
            <a:avLst/>
          </a:prstGeom>
        </p:spPr>
      </p:pic>
      <p:pic>
        <p:nvPicPr>
          <p:cNvPr id="7" name="Picture 6" descr="p_e618cf9bd1fce03519e11cfb5d4b9fa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84708" y="2760816"/>
            <a:ext cx="751606" cy="420623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736315" y="2647335"/>
            <a:ext cx="1447800" cy="744855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(pr.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I.34)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00004" y="3468052"/>
            <a:ext cx="723900" cy="744855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and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10" name="Picture 9" descr="p_08f71833cd36324d2433f1a1371faf5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69396" y="3581533"/>
            <a:ext cx="651622" cy="420623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921018" y="3468052"/>
            <a:ext cx="1447800" cy="744855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(pr.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I.34)</a:t>
            </a:r>
          </a:p>
        </p:txBody>
      </p:sp>
      <p:pic>
        <p:nvPicPr>
          <p:cNvPr id="12" name="Picture 11" descr="p_cf3ba2aee8499b6bfff7b742929ea555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50222" y="4402250"/>
            <a:ext cx="948849" cy="420623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399072" y="4288769"/>
            <a:ext cx="2537460" cy="744855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(ax.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III).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Q.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E.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