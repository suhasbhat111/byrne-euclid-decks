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XLIV.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40" y="1225296"/>
            <a:ext cx="4754078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091690"/>
            <a:ext cx="40767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392b1c2e1ccf1f0ed18e8a19b00a486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2392" y="2268112"/>
            <a:ext cx="100518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237578" y="2091690"/>
            <a:ext cx="19507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apply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2966085"/>
            <a:ext cx="65074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parallelogram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1" name="Picture 10" descr="p_1dd68f1d81eae60707dcf4e8733c17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7016" y="3142507"/>
            <a:ext cx="474024" cy="37033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80759" y="3840480"/>
            <a:ext cx="62941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having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4714875"/>
            <a:ext cx="29337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rectilinear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4" name="Picture 13" descr="p_dfcf563a063a8099a2fb3411aaeb27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7992" y="4891297"/>
            <a:ext cx="407365" cy="37033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725357" y="4714875"/>
            <a:ext cx="3733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XLIV.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40" y="1225296"/>
            <a:ext cx="4754078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20001" y="1307084"/>
            <a:ext cx="86868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Make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4c50ca1af6e5cb63a214207d6bd1aab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5217" y="1324864"/>
            <a:ext cx="907084" cy="3657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12302" y="1307084"/>
            <a:ext cx="80772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with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32fe1acb6fa0e34f83d3803038a773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749" y="1324864"/>
            <a:ext cx="792479" cy="36575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41230" y="1307084"/>
            <a:ext cx="127254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I.42)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2364" y="1849882"/>
            <a:ext cx="3322320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having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its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3d7571718536714d28777bc3c5a8db8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0492" y="1880108"/>
            <a:ext cx="744582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385075" y="1849882"/>
            <a:ext cx="3002280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conterminous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with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7596" y="2210562"/>
            <a:ext cx="2430780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continuation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6" name="Picture 15" descr="p_392b1c2e1ccf1f0ed18e8a19b00a486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2492" y="2240788"/>
            <a:ext cx="744582" cy="274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147075" y="2210562"/>
            <a:ext cx="205739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4707" y="2622041"/>
            <a:ext cx="121158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Produce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cb40104dc85e1fb818ab8427fe4fe53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4243" y="2671826"/>
            <a:ext cx="744582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58826" y="2622041"/>
            <a:ext cx="156972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till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meets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1" name="Picture 20" descr="p_502438941dd1e70bd1055a25f382fda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4874" y="2639821"/>
            <a:ext cx="1455088" cy="36575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959963" y="2622041"/>
            <a:ext cx="205739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2136" y="3164839"/>
            <a:ext cx="807720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4" name="Picture 23" descr="p_72595f9b0a7ae89d90a2ee6cd239ed7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8584" y="3195065"/>
            <a:ext cx="744582" cy="274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513167" y="3164839"/>
            <a:ext cx="2865120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produce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till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meets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6" name="Picture 25" descr="p_beca99e35537928b6229f5423129406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95535" y="3195065"/>
            <a:ext cx="744582" cy="2743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440118" y="3164839"/>
            <a:ext cx="1508760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continued;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5899" y="3651757"/>
            <a:ext cx="80772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9" name="Picture 28" descr="p_75160cb0163c65e230e405c369ff9c9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22347" y="3669537"/>
            <a:ext cx="1455088" cy="36575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377436" y="3651757"/>
            <a:ext cx="123444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meeting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1" name="Picture 30" descr="p_70e10d4a440415aaab28e551eaebeac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55260" y="3701541"/>
            <a:ext cx="744582" cy="2743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999843" y="3651757"/>
            <a:ext cx="186690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produced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61372" y="4068317"/>
            <a:ext cx="1196339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produce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4" name="Picture 33" descr="p_17932bc9c3c3042c04980fa734f7c32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08716" y="4098543"/>
            <a:ext cx="744582" cy="2743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653299" y="4068317"/>
            <a:ext cx="205739" cy="360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pic>
        <p:nvPicPr>
          <p:cNvPr id="36" name="Picture 35" descr="p_281c176aa726ba21546c82e7db71c245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77073" y="4497578"/>
            <a:ext cx="907084" cy="36575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884158" y="4479797"/>
            <a:ext cx="127254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I.43)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46009" y="5022596"/>
            <a:ext cx="62484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9" name="Picture 38" descr="p_4c50ca1af6e5cb63a214207d6bd1aab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6153" y="5040376"/>
            <a:ext cx="907084" cy="36575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143238" y="5022596"/>
            <a:ext cx="111252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(const.)</a:t>
            </a:r>
          </a:p>
        </p:txBody>
      </p:sp>
      <p:pic>
        <p:nvPicPr>
          <p:cNvPr id="41" name="Picture 40" descr="p_37b2e2d03051879df91dfb6e4529bdac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19668" y="5507736"/>
            <a:ext cx="1075334" cy="36575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395002" y="5489956"/>
            <a:ext cx="205739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59727" y="5957316"/>
            <a:ext cx="64770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44" name="Picture 43" descr="p_47917424c58c95fc2a95ab4c324e754f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68159" y="5975096"/>
            <a:ext cx="1572767" cy="36575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640927" y="5957316"/>
            <a:ext cx="3223260" cy="4165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I.29,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const.).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0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