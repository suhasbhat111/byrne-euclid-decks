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83" y="1225296"/>
            <a:ext cx="4342192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966085"/>
            <a:ext cx="4015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figure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b39da2778b5612de4de1825cb7c903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624" y="3142507"/>
            <a:ext cx="364885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48509" y="2966085"/>
            <a:ext cx="2644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6484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3d980cff493133399746cc42b8b95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728" y="4016902"/>
            <a:ext cx="429114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59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83" y="1225296"/>
            <a:ext cx="4342192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7025" y="1511825"/>
            <a:ext cx="990599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c15162711f495ca73bee081119e41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77" y="1584989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96047" y="1511825"/>
            <a:ext cx="792479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88fe8f3d155a6c1a72ca0e5272250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03" y="1584989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76573" y="1511825"/>
            <a:ext cx="330708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dividing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rectilinear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4439" y="2036333"/>
            <a:ext cx="288798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figure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361" y="2614389"/>
            <a:ext cx="16230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6dbb6cddbbec1f5370b51c97051dab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0081" y="2650748"/>
            <a:ext cx="1128037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08118" y="2614389"/>
            <a:ext cx="12039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4f01c179810cf50f97e8ec5618ec64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1558" y="2650748"/>
            <a:ext cx="968102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29661" y="2614389"/>
            <a:ext cx="14478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5003" y="3192444"/>
            <a:ext cx="4953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4c15162711f495ca73bee081119e41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15" y="3265608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47785" y="3192444"/>
            <a:ext cx="10287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1250ace8c006d8aba9328dfc68ed0d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1017" y="3228804"/>
            <a:ext cx="833458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94476" y="3192444"/>
            <a:ext cx="12039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df986f56024c9f2c8dbc789e1080bd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7916" y="3228804"/>
            <a:ext cx="968102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16019" y="3192444"/>
            <a:ext cx="14478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9693" y="3770500"/>
            <a:ext cx="4953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b88fe8f3d155a6c1a72ca0e5272250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05" y="3843664"/>
            <a:ext cx="856270" cy="3154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52475" y="3770500"/>
            <a:ext cx="10287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c12cfffc90ddb521443c882d7e69918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5707" y="3806859"/>
            <a:ext cx="824079" cy="4206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89787" y="3770500"/>
            <a:ext cx="12039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f8713eff7a121f1d6f3cad7885b22b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3227" y="3806859"/>
            <a:ext cx="968102" cy="4206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11330" y="3770500"/>
            <a:ext cx="14478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I.44)</a:t>
            </a:r>
          </a:p>
        </p:txBody>
      </p:sp>
      <p:pic>
        <p:nvPicPr>
          <p:cNvPr id="32" name="Picture 31" descr="p_152967aa46302a978ebeaafc487d8d4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3008" y="4384915"/>
            <a:ext cx="983517" cy="4206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30976" y="4926611"/>
            <a:ext cx="72390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0402bd9227273141cc5ba6bce501b74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0368" y="4999775"/>
            <a:ext cx="523390" cy="3154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23758" y="4926611"/>
            <a:ext cx="528066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I.14,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6316" y="5644626"/>
            <a:ext cx="1135379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f8713eff7a121f1d6f3cad7885b22b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4892" y="5680985"/>
            <a:ext cx="968102" cy="42062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52995" y="5644626"/>
            <a:ext cx="1424940" cy="5245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