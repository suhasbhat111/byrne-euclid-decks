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XLVI. Prob.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02963"/>
            <a:ext cx="5074920" cy="4875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2966085"/>
            <a:ext cx="455676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Upon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given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straight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line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8" name="Picture 7" descr="p_b9a209102323b07ac4ed3cb046762a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6440" y="3142507"/>
            <a:ext cx="1005186" cy="3703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621626" y="2966085"/>
            <a:ext cx="70866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59" y="3840480"/>
            <a:ext cx="3223259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construct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square.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XLVI. Prob.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02963"/>
            <a:ext cx="5074920" cy="4875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71767" y="1236802"/>
            <a:ext cx="914399" cy="43738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100" b="0" i="0">
                <a:solidFill>
                  <a:srgbClr val="222222"/>
                </a:solidFill>
                <a:latin typeface="EB Garamond"/>
              </a:rPr>
              <a:t>Draw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8" name="Picture 7" descr="p_e2867ea822c9e088ba0f777a1c98eb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3559" y="1255471"/>
            <a:ext cx="2438704" cy="3840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732264" y="1236802"/>
            <a:ext cx="1844040" cy="43738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I.11,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I.3)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9470" y="1724990"/>
            <a:ext cx="914399" cy="43738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100" b="0" i="0">
                <a:solidFill>
                  <a:srgbClr val="222222"/>
                </a:solidFill>
                <a:latin typeface="EB Garamond"/>
              </a:rPr>
              <a:t>Draw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1" name="Picture 10" descr="p_850fb98cacba771ecefe27f36c9bbda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1262" y="1743659"/>
            <a:ext cx="1527843" cy="3840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929105" y="1724990"/>
            <a:ext cx="213360" cy="43738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100" b="0" i="0">
                <a:solidFill>
                  <a:srgbClr val="222222"/>
                </a:solidFill>
                <a:latin typeface="EB Garamond"/>
              </a:rPr>
              <a:t>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72843" y="2294928"/>
            <a:ext cx="1767840" cy="43738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1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meeting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4" name="Picture 13" descr="p_1cf998b7fe9cb1ddd4f69e4fd74b61c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7387" y="2347201"/>
            <a:ext cx="781812" cy="28803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059199" y="2294928"/>
            <a:ext cx="1074419" cy="43738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drawn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6" name="Picture 15" descr="p_4f1bb22c9ce92687fe3ce5202a8b90c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09007" y="2313597"/>
            <a:ext cx="926724" cy="38404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735731" y="2294928"/>
            <a:ext cx="213360" cy="43738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100" b="0" i="0">
                <a:solidFill>
                  <a:srgbClr val="222222"/>
                </a:solidFill>
                <a:latin typeface="EB Garamond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1481" y="2808516"/>
            <a:ext cx="495300" cy="5334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100" b="0" i="0">
                <a:solidFill>
                  <a:srgbClr val="222222"/>
                </a:solidFill>
                <a:latin typeface="EB Garamond"/>
              </a:rPr>
              <a:t>In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9" name="Picture 18" descr="p_3108d6577422efbf7146de49cca2705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87993" y="2744508"/>
            <a:ext cx="480060" cy="480060"/>
          </a:xfrm>
          <a:prstGeom prst="rect">
            <a:avLst/>
          </a:prstGeom>
        </p:spPr>
      </p:pic>
      <p:pic>
        <p:nvPicPr>
          <p:cNvPr id="20" name="Picture 19" descr="p_73f4c284ceb4609e1745c4549c536a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30261" y="3493135"/>
            <a:ext cx="2073859" cy="38404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504121" y="3474466"/>
            <a:ext cx="1181099" cy="43738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(const.)</a:t>
            </a:r>
          </a:p>
        </p:txBody>
      </p:sp>
      <p:pic>
        <p:nvPicPr>
          <p:cNvPr id="22" name="Picture 21" descr="p_6f22c91cef20f91341657831c4643cc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91119" y="4063072"/>
            <a:ext cx="1152144" cy="38404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043263" y="4044403"/>
            <a:ext cx="1181099" cy="43738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(const.)</a:t>
            </a:r>
          </a:p>
        </p:txBody>
      </p:sp>
      <p:pic>
        <p:nvPicPr>
          <p:cNvPr id="24" name="Picture 23" descr="p_0372d362985a8f37e57e8eb3594dfe3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37551" y="4551260"/>
            <a:ext cx="1664208" cy="38404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201759" y="4532591"/>
            <a:ext cx="1424940" cy="43738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I.29),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4719" y="5102529"/>
            <a:ext cx="6812280" cy="37871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1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remaining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sides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angles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must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be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(pr.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07399" y="5481243"/>
            <a:ext cx="830580" cy="37871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100" b="0" i="0">
                <a:solidFill>
                  <a:srgbClr val="222222"/>
                </a:solidFill>
                <a:latin typeface="EB Garamond"/>
              </a:rPr>
              <a:t>I.34).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1274" y="5910757"/>
            <a:ext cx="784860" cy="5334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1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9" name="Picture 28" descr="p_4adf59f0eb072e105bf3fa299db78f6c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89434" y="5963030"/>
            <a:ext cx="423437" cy="38404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612872" y="5910757"/>
            <a:ext cx="205739" cy="5334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31" name="Picture 30" descr="p_5f09393013710bf3bd05e85bb6c6a5e3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67736" y="5846749"/>
            <a:ext cx="480060" cy="48006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147796" y="5910757"/>
            <a:ext cx="3825240" cy="5334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is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square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(def.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30).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Q.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E.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100" b="0" i="0">
                <a:solidFill>
                  <a:srgbClr val="222222"/>
                </a:solidFill>
                <a:latin typeface="EB Garamond"/>
              </a:rPr>
              <a:t>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