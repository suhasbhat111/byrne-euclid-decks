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XLVII.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60" y="1225296"/>
            <a:ext cx="4914439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091690"/>
            <a:ext cx="419862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triangle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280418525b3955350d6785d6807892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9928" y="2268112"/>
            <a:ext cx="632650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62578" y="2091690"/>
            <a:ext cx="1897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square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2966085"/>
            <a:ext cx="32689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hypotenuse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0df7ab4cc6506ead6856bb6d7db1d8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216" y="3142507"/>
            <a:ext cx="1005186" cy="3703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91402" y="2966085"/>
            <a:ext cx="24765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3840480"/>
            <a:ext cx="53721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sum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squares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4" name="Picture 13" descr="p_67c65111c80de4d9825373b61d85e13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8712" y="4016902"/>
            <a:ext cx="1005186" cy="3703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80759" y="4714875"/>
            <a:ext cx="83820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6" name="Picture 15" descr="p_ec12b3bb62a2ea75370e17a8d09b38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1591" y="4891297"/>
            <a:ext cx="1005186" cy="3703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46778" y="4714875"/>
            <a:ext cx="373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XLVII.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60" y="1225296"/>
            <a:ext cx="4914439" cy="5230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88871" y="1283589"/>
            <a:ext cx="487680" cy="27050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On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0df7ab4cc6506ead6856bb6d7db1d8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9287" y="1306258"/>
            <a:ext cx="558437" cy="2057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27725" y="1283589"/>
            <a:ext cx="236219" cy="27050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67c65111c80de4d9825373b61d85e1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6973" y="1306258"/>
            <a:ext cx="558437" cy="2057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65410" y="1283589"/>
            <a:ext cx="236219" cy="27050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2" name="Picture 11" descr="p_ec12b3bb62a2ea75370e17a8d09b38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4658" y="1306258"/>
            <a:ext cx="558437" cy="2057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03095" y="1283589"/>
            <a:ext cx="2484119" cy="27050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describe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squares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I.46)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8528" y="1648777"/>
            <a:ext cx="693420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ed69dff83195210239304e1a92c030b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3536" y="1662112"/>
            <a:ext cx="1091316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64852" y="1648777"/>
            <a:ext cx="1981199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I.31);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also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1831e71fa52333ba4b32bf958790830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0084" y="1686115"/>
            <a:ext cx="558437" cy="2057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198521" y="1648777"/>
            <a:ext cx="563880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1831e71fa52333ba4b32bf958790830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9897" y="1686115"/>
            <a:ext cx="558437" cy="20573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098335" y="1648777"/>
            <a:ext cx="190499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pic>
        <p:nvPicPr>
          <p:cNvPr id="21" name="Picture 20" descr="p_ca01e6371d5bf2613b102ed1e487333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6454" y="2069211"/>
            <a:ext cx="613954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70408" y="2055876"/>
            <a:ext cx="190499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4625" y="2462974"/>
            <a:ext cx="1287780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each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add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4" name="Picture 23" descr="p_7f4971695aca5780b6c549683350fd7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5121" y="2476309"/>
            <a:ext cx="41148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196601" y="2462974"/>
            <a:ext cx="243840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: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6" name="Picture 25" descr="p_92d6e4cfe8ec37ce89c18d9b4e0d4fe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1945" y="2476309"/>
            <a:ext cx="580292" cy="274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62237" y="2462974"/>
            <a:ext cx="190499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pic>
        <p:nvPicPr>
          <p:cNvPr id="28" name="Picture 27" descr="p_d7421979ab57b5395752b2a2dc99b33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11415" y="2883408"/>
            <a:ext cx="1481328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92743" y="2870073"/>
            <a:ext cx="563880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0" name="Picture 29" descr="p_0eb1f93ff5e85aa5a2b70a5535894b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34119" y="2883408"/>
            <a:ext cx="1481328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515447" y="2870073"/>
            <a:ext cx="190499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pic>
        <p:nvPicPr>
          <p:cNvPr id="32" name="Picture 31" descr="p_b165cac9852430f1888e06ae9fc1da9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18091" y="3290506"/>
            <a:ext cx="493272" cy="2743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811363" y="3277171"/>
            <a:ext cx="937259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I.4).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4778" y="3684270"/>
            <a:ext cx="723900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Again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5" name="Picture 34" descr="p_e2345313c5f2f0f3f16d7676e919ab4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14170" y="3697605"/>
            <a:ext cx="1210586" cy="274320"/>
          </a:xfrm>
          <a:prstGeom prst="rect">
            <a:avLst/>
          </a:prstGeom>
        </p:spPr>
      </p:pic>
      <p:pic>
        <p:nvPicPr>
          <p:cNvPr id="36" name="Picture 35" descr="p_f97bb41acf2c005cc4bb10024717629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06462" y="4104703"/>
            <a:ext cx="625089" cy="2743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831552" y="4091368"/>
            <a:ext cx="1051560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I.41),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7320" y="4498467"/>
            <a:ext cx="518160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9" name="Picture 38" descr="p_2222cca982252807dc419546e46b6ef2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02120" y="4511802"/>
            <a:ext cx="538573" cy="2743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940694" y="4498467"/>
            <a:ext cx="1051560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I.41);</a:t>
            </a:r>
          </a:p>
        </p:txBody>
      </p:sp>
      <p:pic>
        <p:nvPicPr>
          <p:cNvPr id="41" name="Picture 40" descr="p_1588fd8762538bf6403fe1d4c341865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00354" y="4918900"/>
            <a:ext cx="526154" cy="2743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126508" y="4905565"/>
            <a:ext cx="190499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9535" y="5312664"/>
            <a:ext cx="3825240" cy="27050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manner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may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shown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that</a:t>
            </a:r>
          </a:p>
        </p:txBody>
      </p:sp>
      <p:pic>
        <p:nvPicPr>
          <p:cNvPr id="44" name="Picture 43" descr="p_a84622f74f2e9bc4f862623e200e1e6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79712" y="5691187"/>
            <a:ext cx="367437" cy="2743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047150" y="5677852"/>
            <a:ext cx="190499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94851" y="6084951"/>
            <a:ext cx="708660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hence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47" name="Picture 46" descr="p_bb1e847080a151726444a08680f800bc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52051" y="6098286"/>
            <a:ext cx="652072" cy="2743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104123" y="6084951"/>
            <a:ext cx="975360" cy="3124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EB Garamond"/>
              </a:rPr>
              <a:t>.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15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