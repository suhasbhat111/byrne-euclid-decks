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61" y="1225296"/>
            <a:ext cx="4991637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43281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square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7b061176b3187ed760caef2ddbb61a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560" y="2268112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38746" y="2091690"/>
            <a:ext cx="101345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966085"/>
            <a:ext cx="70561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squares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3840480"/>
            <a:ext cx="1844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b29a2476dc10aa9413a605c1b88366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263" y="4016902"/>
            <a:ext cx="1005186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51450" y="3840480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561212ea3168668cbd850d580a90aa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338" y="4016902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84525" y="3840480"/>
            <a:ext cx="213359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6" name="Picture 15" descr="p_1b743cf302dbce2f19a5a9900090ea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59" y="4891297"/>
            <a:ext cx="38796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68726" y="4714875"/>
            <a:ext cx="65227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subtended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61" y="1225296"/>
            <a:ext cx="4991637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22825" y="1225423"/>
            <a:ext cx="8839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6815a54370c11132ef4a4d9cc036f0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233" y="1243203"/>
            <a:ext cx="1772529" cy="3657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2762" y="1225423"/>
            <a:ext cx="70866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791edd1150eb11e7af8acdaede996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9962" y="1243203"/>
            <a:ext cx="1222683" cy="3657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72645" y="1225423"/>
            <a:ext cx="172974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I.11,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388" y="1768221"/>
            <a:ext cx="131825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91445636414429350408139636a03e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3268" y="1798447"/>
            <a:ext cx="744582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97851" y="1768221"/>
            <a:ext cx="71628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also.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6655" y="2205101"/>
            <a:ext cx="83820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Since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3b89d043fadd810a0770be1d68ae145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7487" y="2222881"/>
            <a:ext cx="1975103" cy="3657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762591" y="2205101"/>
            <a:ext cx="11125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18" name="Picture 17" descr="p_ee42e6a5eb97538cc5fcea66bb1d97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998" y="2765679"/>
            <a:ext cx="1802674" cy="36575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58672" y="2747899"/>
            <a:ext cx="20573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20" name="Picture 19" descr="p_ff33089096a37ebf9c2bce10639270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5843" y="3233038"/>
            <a:ext cx="3557847" cy="36575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27951" y="3682618"/>
            <a:ext cx="62484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2ac24cde9632d1679463e56313bc912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8095" y="3700399"/>
            <a:ext cx="2560320" cy="36575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878415" y="3682618"/>
            <a:ext cx="134111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I.47),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447" y="4225417"/>
            <a:ext cx="64770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5" name="Picture 24" descr="p_2bce56621ee4daa43292b1e5253cca0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4879" y="4243197"/>
            <a:ext cx="2560320" cy="36575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55199" y="4225417"/>
            <a:ext cx="9220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pic>
        <p:nvPicPr>
          <p:cNvPr id="27" name="Picture 26" descr="p_30c5fcdce2ba2d83cd4040b51bb86b9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8912" y="4710557"/>
            <a:ext cx="1976845" cy="36575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845758" y="4692777"/>
            <a:ext cx="20573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29" name="Picture 28" descr="p_c5bd5105facc08307d17090dedb5c47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1975" y="5177917"/>
            <a:ext cx="1950720" cy="36575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832695" y="5160137"/>
            <a:ext cx="20573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7401" y="5627497"/>
            <a:ext cx="64770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2" name="Picture 31" descr="p_f072f91ccd974902a3a7ab43e83ae44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35833" y="5645277"/>
            <a:ext cx="865051" cy="36575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00885" y="5627497"/>
            <a:ext cx="11887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I.8),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0564" y="6094857"/>
            <a:ext cx="180593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consequently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1b743cf302dbce2f19a5a9900090ea2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5588" y="6125083"/>
            <a:ext cx="287382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52971" y="6094857"/>
            <a:ext cx="299466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angle.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