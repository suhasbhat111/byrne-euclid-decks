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definitions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postulate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axiom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elucidations_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sic_principles_symbols_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176" y="0"/>
            <a:ext cx="48345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