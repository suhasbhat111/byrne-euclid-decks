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22.png"/><Relationship Id="rId4" Type="http://schemas.openxmlformats.org/officeDocument/2006/relationships/image" Target="../media/image49.png"/><Relationship Id="rId5" Type="http://schemas.openxmlformats.org/officeDocument/2006/relationships/image" Target="../media/image33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18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Relationship Id="rId4" Type="http://schemas.openxmlformats.org/officeDocument/2006/relationships/image" Target="../media/image22.png"/><Relationship Id="rId5" Type="http://schemas.openxmlformats.org/officeDocument/2006/relationships/image" Target="../media/image49.png"/><Relationship Id="rId6" Type="http://schemas.openxmlformats.org/officeDocument/2006/relationships/image" Target="../media/image33.png"/><Relationship Id="rId7" Type="http://schemas.openxmlformats.org/officeDocument/2006/relationships/image" Target="../media/image50.png"/><Relationship Id="rId8" Type="http://schemas.openxmlformats.org/officeDocument/2006/relationships/image" Target="../media/image18.png"/><Relationship Id="rId9" Type="http://schemas.openxmlformats.org/officeDocument/2006/relationships/image" Target="../media/image52.png"/><Relationship Id="rId10" Type="http://schemas.openxmlformats.org/officeDocument/2006/relationships/image" Target="../media/image55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22.png"/><Relationship Id="rId4" Type="http://schemas.openxmlformats.org/officeDocument/2006/relationships/image" Target="../media/image60.png"/><Relationship Id="rId5" Type="http://schemas.openxmlformats.org/officeDocument/2006/relationships/image" Target="../media/image33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35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Relationship Id="rId19" Type="http://schemas.openxmlformats.org/officeDocument/2006/relationships/image" Target="../media/image7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8.png"/><Relationship Id="rId4" Type="http://schemas.openxmlformats.org/officeDocument/2006/relationships/image" Target="../media/image33.png"/><Relationship Id="rId5" Type="http://schemas.openxmlformats.org/officeDocument/2006/relationships/image" Target="../media/image79.png"/><Relationship Id="rId6" Type="http://schemas.openxmlformats.org/officeDocument/2006/relationships/image" Target="../media/image21.png"/><Relationship Id="rId7" Type="http://schemas.openxmlformats.org/officeDocument/2006/relationships/image" Target="../media/image80.png"/><Relationship Id="rId8" Type="http://schemas.openxmlformats.org/officeDocument/2006/relationships/image" Target="../media/image75.png"/><Relationship Id="rId9" Type="http://schemas.openxmlformats.org/officeDocument/2006/relationships/image" Target="../media/image81.png"/><Relationship Id="rId10" Type="http://schemas.openxmlformats.org/officeDocument/2006/relationships/image" Target="../media/image22.png"/><Relationship Id="rId11" Type="http://schemas.openxmlformats.org/officeDocument/2006/relationships/image" Target="../media/image8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29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55.png"/><Relationship Id="rId6" Type="http://schemas.openxmlformats.org/officeDocument/2006/relationships/image" Target="../media/image9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18.png"/><Relationship Id="rId4" Type="http://schemas.openxmlformats.org/officeDocument/2006/relationships/image" Target="../media/image52.png"/><Relationship Id="rId5" Type="http://schemas.openxmlformats.org/officeDocument/2006/relationships/image" Target="../media/image22.png"/><Relationship Id="rId6" Type="http://schemas.openxmlformats.org/officeDocument/2006/relationships/image" Target="../media/image49.png"/><Relationship Id="rId7" Type="http://schemas.openxmlformats.org/officeDocument/2006/relationships/image" Target="../media/image33.png"/><Relationship Id="rId8" Type="http://schemas.openxmlformats.org/officeDocument/2006/relationships/image" Target="../media/image50.png"/><Relationship Id="rId9" Type="http://schemas.openxmlformats.org/officeDocument/2006/relationships/image" Target="../media/image9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5" Type="http://schemas.openxmlformats.org/officeDocument/2006/relationships/image" Target="../media/image95.png"/><Relationship Id="rId6" Type="http://schemas.openxmlformats.org/officeDocument/2006/relationships/image" Target="../media/image18.png"/><Relationship Id="rId7" Type="http://schemas.openxmlformats.org/officeDocument/2006/relationships/image" Target="../media/image96.png"/><Relationship Id="rId8" Type="http://schemas.openxmlformats.org/officeDocument/2006/relationships/image" Target="../media/image66.png"/><Relationship Id="rId9" Type="http://schemas.openxmlformats.org/officeDocument/2006/relationships/image" Target="../media/image9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100.png"/><Relationship Id="rId4" Type="http://schemas.openxmlformats.org/officeDocument/2006/relationships/image" Target="../media/image22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25.png"/><Relationship Id="rId4" Type="http://schemas.openxmlformats.org/officeDocument/2006/relationships/image" Target="../media/image106.png"/><Relationship Id="rId5" Type="http://schemas.openxmlformats.org/officeDocument/2006/relationships/image" Target="../media/image21.png"/><Relationship Id="rId6" Type="http://schemas.openxmlformats.org/officeDocument/2006/relationships/image" Target="../media/image66.png"/><Relationship Id="rId7" Type="http://schemas.openxmlformats.org/officeDocument/2006/relationships/image" Target="../media/image45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8.png"/><Relationship Id="rId4" Type="http://schemas.openxmlformats.org/officeDocument/2006/relationships/image" Target="../media/image111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Relationship Id="rId8" Type="http://schemas.openxmlformats.org/officeDocument/2006/relationships/image" Target="../media/image112.png"/><Relationship Id="rId9" Type="http://schemas.openxmlformats.org/officeDocument/2006/relationships/image" Target="../media/image66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33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Relationship Id="rId3" Type="http://schemas.openxmlformats.org/officeDocument/2006/relationships/image" Target="../media/image145.png"/><Relationship Id="rId4" Type="http://schemas.openxmlformats.org/officeDocument/2006/relationships/image" Target="../media/image22.png"/><Relationship Id="rId5" Type="http://schemas.openxmlformats.org/officeDocument/2006/relationships/image" Target="../media/image146.png"/><Relationship Id="rId6" Type="http://schemas.openxmlformats.org/officeDocument/2006/relationships/image" Target="../media/image21.png"/><Relationship Id="rId7" Type="http://schemas.openxmlformats.org/officeDocument/2006/relationships/image" Target="../media/image147.png"/><Relationship Id="rId8" Type="http://schemas.openxmlformats.org/officeDocument/2006/relationships/image" Target="../media/image148.png"/><Relationship Id="rId9" Type="http://schemas.openxmlformats.org/officeDocument/2006/relationships/image" Target="../media/image149.png"/><Relationship Id="rId10" Type="http://schemas.openxmlformats.org/officeDocument/2006/relationships/image" Target="../media/image150.png"/><Relationship Id="rId11" Type="http://schemas.openxmlformats.org/officeDocument/2006/relationships/image" Target="../media/image151.png"/><Relationship Id="rId12" Type="http://schemas.openxmlformats.org/officeDocument/2006/relationships/image" Target="../media/image152.png"/><Relationship Id="rId13" Type="http://schemas.openxmlformats.org/officeDocument/2006/relationships/image" Target="../media/image153.png"/><Relationship Id="rId14" Type="http://schemas.openxmlformats.org/officeDocument/2006/relationships/image" Target="../media/image154.png"/><Relationship Id="rId15" Type="http://schemas.openxmlformats.org/officeDocument/2006/relationships/image" Target="../media/image155.png"/><Relationship Id="rId16" Type="http://schemas.openxmlformats.org/officeDocument/2006/relationships/image" Target="../media/image156.png"/><Relationship Id="rId17" Type="http://schemas.openxmlformats.org/officeDocument/2006/relationships/image" Target="../media/image15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Relationship Id="rId3" Type="http://schemas.openxmlformats.org/officeDocument/2006/relationships/image" Target="../media/image18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33.png"/><Relationship Id="rId6" Type="http://schemas.openxmlformats.org/officeDocument/2006/relationships/image" Target="../media/image16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42.png"/><Relationship Id="rId4" Type="http://schemas.openxmlformats.org/officeDocument/2006/relationships/image" Target="../media/image21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Relationship Id="rId8" Type="http://schemas.openxmlformats.org/officeDocument/2006/relationships/image" Target="../media/image16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46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image" Target="../media/image17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5" Type="http://schemas.openxmlformats.org/officeDocument/2006/relationships/image" Target="../media/image180.png"/><Relationship Id="rId6" Type="http://schemas.openxmlformats.org/officeDocument/2006/relationships/image" Target="../media/image1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image" Target="../media/image33.png"/><Relationship Id="rId4" Type="http://schemas.openxmlformats.org/officeDocument/2006/relationships/image" Target="../media/image181.png"/><Relationship Id="rId5" Type="http://schemas.openxmlformats.org/officeDocument/2006/relationships/image" Target="../media/image21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Relationship Id="rId8" Type="http://schemas.openxmlformats.org/officeDocument/2006/relationships/image" Target="../media/image184.png"/><Relationship Id="rId9" Type="http://schemas.openxmlformats.org/officeDocument/2006/relationships/image" Target="../media/image185.png"/><Relationship Id="rId10" Type="http://schemas.openxmlformats.org/officeDocument/2006/relationships/image" Target="../media/image18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Relationship Id="rId3" Type="http://schemas.openxmlformats.org/officeDocument/2006/relationships/image" Target="../media/image188.png"/><Relationship Id="rId4" Type="http://schemas.openxmlformats.org/officeDocument/2006/relationships/image" Target="../media/image18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Relationship Id="rId3" Type="http://schemas.openxmlformats.org/officeDocument/2006/relationships/image" Target="../media/image18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Relationship Id="rId6" Type="http://schemas.openxmlformats.org/officeDocument/2006/relationships/image" Target="../media/image192.png"/><Relationship Id="rId7" Type="http://schemas.openxmlformats.org/officeDocument/2006/relationships/image" Target="../media/image193.png"/><Relationship Id="rId8" Type="http://schemas.openxmlformats.org/officeDocument/2006/relationships/image" Target="../media/image194.png"/><Relationship Id="rId9" Type="http://schemas.openxmlformats.org/officeDocument/2006/relationships/image" Target="../media/image195.png"/><Relationship Id="rId10" Type="http://schemas.openxmlformats.org/officeDocument/2006/relationships/image" Target="../media/image196.png"/><Relationship Id="rId11" Type="http://schemas.openxmlformats.org/officeDocument/2006/relationships/image" Target="../media/image19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02.png"/><Relationship Id="rId4" Type="http://schemas.openxmlformats.org/officeDocument/2006/relationships/image" Target="../media/image200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201.png"/><Relationship Id="rId8" Type="http://schemas.openxmlformats.org/officeDocument/2006/relationships/image" Target="../media/image202.png"/><Relationship Id="rId9" Type="http://schemas.openxmlformats.org/officeDocument/2006/relationships/image" Target="../media/image203.png"/><Relationship Id="rId10" Type="http://schemas.openxmlformats.org/officeDocument/2006/relationships/image" Target="../media/image21.png"/><Relationship Id="rId11" Type="http://schemas.openxmlformats.org/officeDocument/2006/relationships/image" Target="../media/image204.png"/><Relationship Id="rId12" Type="http://schemas.openxmlformats.org/officeDocument/2006/relationships/image" Target="../media/image20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Relationship Id="rId3" Type="http://schemas.openxmlformats.org/officeDocument/2006/relationships/image" Target="../media/image207.png"/><Relationship Id="rId4" Type="http://schemas.openxmlformats.org/officeDocument/2006/relationships/image" Target="../media/image20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Relationship Id="rId3" Type="http://schemas.openxmlformats.org/officeDocument/2006/relationships/image" Target="../media/image49.png"/><Relationship Id="rId4" Type="http://schemas.openxmlformats.org/officeDocument/2006/relationships/image" Target="../media/image209.png"/><Relationship Id="rId5" Type="http://schemas.openxmlformats.org/officeDocument/2006/relationships/image" Target="../media/image55.png"/><Relationship Id="rId6" Type="http://schemas.openxmlformats.org/officeDocument/2006/relationships/image" Target="../media/image210.png"/><Relationship Id="rId7" Type="http://schemas.openxmlformats.org/officeDocument/2006/relationships/image" Target="../media/image90.png"/><Relationship Id="rId8" Type="http://schemas.openxmlformats.org/officeDocument/2006/relationships/image" Target="../media/image21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Relationship Id="rId3" Type="http://schemas.openxmlformats.org/officeDocument/2006/relationships/image" Target="../media/image33.png"/><Relationship Id="rId4" Type="http://schemas.openxmlformats.org/officeDocument/2006/relationships/image" Target="../media/image50.png"/><Relationship Id="rId5" Type="http://schemas.openxmlformats.org/officeDocument/2006/relationships/image" Target="../media/image191.png"/><Relationship Id="rId6" Type="http://schemas.openxmlformats.org/officeDocument/2006/relationships/image" Target="../media/image49.png"/><Relationship Id="rId7" Type="http://schemas.openxmlformats.org/officeDocument/2006/relationships/image" Target="../media/image213.png"/><Relationship Id="rId8" Type="http://schemas.openxmlformats.org/officeDocument/2006/relationships/image" Target="../media/image214.png"/><Relationship Id="rId9" Type="http://schemas.openxmlformats.org/officeDocument/2006/relationships/image" Target="../media/image18.png"/><Relationship Id="rId10" Type="http://schemas.openxmlformats.org/officeDocument/2006/relationships/image" Target="../media/image21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Relationship Id="rId3" Type="http://schemas.openxmlformats.org/officeDocument/2006/relationships/image" Target="../media/image216.png"/><Relationship Id="rId4" Type="http://schemas.openxmlformats.org/officeDocument/2006/relationships/image" Target="../media/image90.png"/><Relationship Id="rId5" Type="http://schemas.openxmlformats.org/officeDocument/2006/relationships/image" Target="../media/image189.png"/><Relationship Id="rId6" Type="http://schemas.openxmlformats.org/officeDocument/2006/relationships/image" Target="../media/image29.png"/><Relationship Id="rId7" Type="http://schemas.openxmlformats.org/officeDocument/2006/relationships/image" Target="../media/image217.png"/><Relationship Id="rId8" Type="http://schemas.openxmlformats.org/officeDocument/2006/relationships/image" Target="../media/image218.png"/><Relationship Id="rId9" Type="http://schemas.openxmlformats.org/officeDocument/2006/relationships/image" Target="../media/image219.png"/><Relationship Id="rId10" Type="http://schemas.openxmlformats.org/officeDocument/2006/relationships/image" Target="../media/image220.png"/><Relationship Id="rId11" Type="http://schemas.openxmlformats.org/officeDocument/2006/relationships/image" Target="../media/image221.png"/><Relationship Id="rId12" Type="http://schemas.openxmlformats.org/officeDocument/2006/relationships/image" Target="../media/image222.png"/><Relationship Id="rId13" Type="http://schemas.openxmlformats.org/officeDocument/2006/relationships/image" Target="../media/image22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5" Type="http://schemas.openxmlformats.org/officeDocument/2006/relationships/image" Target="../media/image50.png"/><Relationship Id="rId6" Type="http://schemas.openxmlformats.org/officeDocument/2006/relationships/image" Target="../media/image49.png"/><Relationship Id="rId7" Type="http://schemas.openxmlformats.org/officeDocument/2006/relationships/image" Target="../media/image18.png"/><Relationship Id="rId8" Type="http://schemas.openxmlformats.org/officeDocument/2006/relationships/image" Target="../media/image21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33.png"/><Relationship Id="rId4" Type="http://schemas.openxmlformats.org/officeDocument/2006/relationships/image" Target="../media/image50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90.png"/><Relationship Id="rId8" Type="http://schemas.openxmlformats.org/officeDocument/2006/relationships/image" Target="../media/image215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34.png"/><Relationship Id="rId12" Type="http://schemas.openxmlformats.org/officeDocument/2006/relationships/image" Target="../media/image89.png"/><Relationship Id="rId13" Type="http://schemas.openxmlformats.org/officeDocument/2006/relationships/image" Target="../media/image240.png"/><Relationship Id="rId14" Type="http://schemas.openxmlformats.org/officeDocument/2006/relationships/image" Target="../media/image235.png"/><Relationship Id="rId15" Type="http://schemas.openxmlformats.org/officeDocument/2006/relationships/image" Target="../media/image241.png"/><Relationship Id="rId16" Type="http://schemas.openxmlformats.org/officeDocument/2006/relationships/image" Target="../media/image22.png"/><Relationship Id="rId17" Type="http://schemas.openxmlformats.org/officeDocument/2006/relationships/image" Target="../media/image82.png"/><Relationship Id="rId18" Type="http://schemas.openxmlformats.org/officeDocument/2006/relationships/image" Target="../media/image242.png"/><Relationship Id="rId19" Type="http://schemas.openxmlformats.org/officeDocument/2006/relationships/image" Target="../media/image24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Relationship Id="rId3" Type="http://schemas.openxmlformats.org/officeDocument/2006/relationships/image" Target="../media/image90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15.png"/><Relationship Id="rId8" Type="http://schemas.openxmlformats.org/officeDocument/2006/relationships/image" Target="../media/image248.png"/><Relationship Id="rId9" Type="http://schemas.openxmlformats.org/officeDocument/2006/relationships/image" Target="../media/image249.png"/><Relationship Id="rId10" Type="http://schemas.openxmlformats.org/officeDocument/2006/relationships/image" Target="../media/image89.png"/><Relationship Id="rId11" Type="http://schemas.openxmlformats.org/officeDocument/2006/relationships/image" Target="../media/image250.png"/><Relationship Id="rId12" Type="http://schemas.openxmlformats.org/officeDocument/2006/relationships/image" Target="../media/image251.png"/><Relationship Id="rId13" Type="http://schemas.openxmlformats.org/officeDocument/2006/relationships/image" Target="../media/image252.png"/><Relationship Id="rId14" Type="http://schemas.openxmlformats.org/officeDocument/2006/relationships/image" Target="../media/image253.png"/><Relationship Id="rId15" Type="http://schemas.openxmlformats.org/officeDocument/2006/relationships/image" Target="../media/image33.png"/><Relationship Id="rId16" Type="http://schemas.openxmlformats.org/officeDocument/2006/relationships/image" Target="../media/image25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Relationship Id="rId6" Type="http://schemas.openxmlformats.org/officeDocument/2006/relationships/image" Target="../media/image256.png"/><Relationship Id="rId7" Type="http://schemas.openxmlformats.org/officeDocument/2006/relationships/image" Target="../media/image257.png"/><Relationship Id="rId8" Type="http://schemas.openxmlformats.org/officeDocument/2006/relationships/image" Target="../media/image258.png"/><Relationship Id="rId9" Type="http://schemas.openxmlformats.org/officeDocument/2006/relationships/image" Target="../media/image25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5" Type="http://schemas.openxmlformats.org/officeDocument/2006/relationships/image" Target="../media/image257.png"/><Relationship Id="rId6" Type="http://schemas.openxmlformats.org/officeDocument/2006/relationships/image" Target="../media/image256.png"/><Relationship Id="rId7" Type="http://schemas.openxmlformats.org/officeDocument/2006/relationships/image" Target="../media/image8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Relationship Id="rId8" Type="http://schemas.openxmlformats.org/officeDocument/2006/relationships/image" Target="../media/image263.png"/><Relationship Id="rId9" Type="http://schemas.openxmlformats.org/officeDocument/2006/relationships/image" Target="../media/image264.png"/><Relationship Id="rId10" Type="http://schemas.openxmlformats.org/officeDocument/2006/relationships/image" Target="../media/image265.png"/><Relationship Id="rId11" Type="http://schemas.openxmlformats.org/officeDocument/2006/relationships/image" Target="../media/image26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Relationship Id="rId3" Type="http://schemas.openxmlformats.org/officeDocument/2006/relationships/image" Target="../media/image261.png"/><Relationship Id="rId4" Type="http://schemas.openxmlformats.org/officeDocument/2006/relationships/image" Target="../media/image267.png"/><Relationship Id="rId5" Type="http://schemas.openxmlformats.org/officeDocument/2006/relationships/image" Target="../media/image268.png"/><Relationship Id="rId6" Type="http://schemas.openxmlformats.org/officeDocument/2006/relationships/image" Target="../media/image269.png"/><Relationship Id="rId7" Type="http://schemas.openxmlformats.org/officeDocument/2006/relationships/image" Target="../media/image270.png"/><Relationship Id="rId8" Type="http://schemas.openxmlformats.org/officeDocument/2006/relationships/image" Target="../media/image271.png"/><Relationship Id="rId9" Type="http://schemas.openxmlformats.org/officeDocument/2006/relationships/image" Target="../media/image27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Relationship Id="rId3" Type="http://schemas.openxmlformats.org/officeDocument/2006/relationships/image" Target="../media/image3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Relationship Id="rId3" Type="http://schemas.openxmlformats.org/officeDocument/2006/relationships/image" Target="../media/image274.png"/><Relationship Id="rId4" Type="http://schemas.openxmlformats.org/officeDocument/2006/relationships/image" Target="../media/image275.png"/><Relationship Id="rId5" Type="http://schemas.openxmlformats.org/officeDocument/2006/relationships/image" Target="../media/image18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Relationship Id="rId8" Type="http://schemas.openxmlformats.org/officeDocument/2006/relationships/image" Target="../media/image278.png"/><Relationship Id="rId9" Type="http://schemas.openxmlformats.org/officeDocument/2006/relationships/image" Target="../media/image279.png"/><Relationship Id="rId10" Type="http://schemas.openxmlformats.org/officeDocument/2006/relationships/image" Target="../media/image280.png"/><Relationship Id="rId11" Type="http://schemas.openxmlformats.org/officeDocument/2006/relationships/image" Target="../media/image28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5" Type="http://schemas.openxmlformats.org/officeDocument/2006/relationships/image" Target="../media/image2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Relationship Id="rId3" Type="http://schemas.openxmlformats.org/officeDocument/2006/relationships/image" Target="../media/image18.png"/><Relationship Id="rId4" Type="http://schemas.openxmlformats.org/officeDocument/2006/relationships/image" Target="../media/image283.png"/><Relationship Id="rId5" Type="http://schemas.openxmlformats.org/officeDocument/2006/relationships/image" Target="../media/image284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png"/><Relationship Id="rId3" Type="http://schemas.openxmlformats.org/officeDocument/2006/relationships/image" Target="../media/image3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png"/><Relationship Id="rId3" Type="http://schemas.openxmlformats.org/officeDocument/2006/relationships/image" Target="../media/image18.png"/><Relationship Id="rId4" Type="http://schemas.openxmlformats.org/officeDocument/2006/relationships/image" Target="../media/image33.png"/><Relationship Id="rId5" Type="http://schemas.openxmlformats.org/officeDocument/2006/relationships/image" Target="../media/image288.png"/><Relationship Id="rId6" Type="http://schemas.openxmlformats.org/officeDocument/2006/relationships/image" Target="../media/image28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image" Target="../media/image18.png"/><Relationship Id="rId4" Type="http://schemas.openxmlformats.org/officeDocument/2006/relationships/image" Target="../media/image291.png"/><Relationship Id="rId5" Type="http://schemas.openxmlformats.org/officeDocument/2006/relationships/image" Target="../media/image292.png"/><Relationship Id="rId6" Type="http://schemas.openxmlformats.org/officeDocument/2006/relationships/image" Target="../media/image29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image" Target="../media/image294.png"/><Relationship Id="rId4" Type="http://schemas.openxmlformats.org/officeDocument/2006/relationships/image" Target="../media/image295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Relationship Id="rId3" Type="http://schemas.openxmlformats.org/officeDocument/2006/relationships/image" Target="../media/image3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9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Relationship Id="rId3" Type="http://schemas.openxmlformats.org/officeDocument/2006/relationships/image" Target="../media/image18.png"/><Relationship Id="rId4" Type="http://schemas.openxmlformats.org/officeDocument/2006/relationships/image" Target="../media/image150.png"/><Relationship Id="rId5" Type="http://schemas.openxmlformats.org/officeDocument/2006/relationships/image" Target="../media/image300.png"/><Relationship Id="rId6" Type="http://schemas.openxmlformats.org/officeDocument/2006/relationships/image" Target="../media/image301.png"/><Relationship Id="rId7" Type="http://schemas.openxmlformats.org/officeDocument/2006/relationships/image" Target="../media/image302.png"/><Relationship Id="rId8" Type="http://schemas.openxmlformats.org/officeDocument/2006/relationships/image" Target="../media/image30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Relationship Id="rId3" Type="http://schemas.openxmlformats.org/officeDocument/2006/relationships/image" Target="../media/image1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Relationship Id="rId3" Type="http://schemas.openxmlformats.org/officeDocument/2006/relationships/image" Target="../media/image305.png"/><Relationship Id="rId4" Type="http://schemas.openxmlformats.org/officeDocument/2006/relationships/image" Target="../media/image18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08.png"/><Relationship Id="rId8" Type="http://schemas.openxmlformats.org/officeDocument/2006/relationships/image" Target="../media/image30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Relationship Id="rId3" Type="http://schemas.openxmlformats.org/officeDocument/2006/relationships/image" Target="../media/image31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Relationship Id="rId7" Type="http://schemas.openxmlformats.org/officeDocument/2006/relationships/image" Target="../media/image315.png"/><Relationship Id="rId8" Type="http://schemas.openxmlformats.org/officeDocument/2006/relationships/image" Target="../media/image316.png"/><Relationship Id="rId9" Type="http://schemas.openxmlformats.org/officeDocument/2006/relationships/image" Target="../media/image31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Relationship Id="rId3" Type="http://schemas.openxmlformats.org/officeDocument/2006/relationships/image" Target="../media/image319.png"/><Relationship Id="rId4" Type="http://schemas.openxmlformats.org/officeDocument/2006/relationships/image" Target="../media/image32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5" Type="http://schemas.openxmlformats.org/officeDocument/2006/relationships/image" Target="../media/image321.png"/><Relationship Id="rId6" Type="http://schemas.openxmlformats.org/officeDocument/2006/relationships/image" Target="../media/image322.png"/><Relationship Id="rId7" Type="http://schemas.openxmlformats.org/officeDocument/2006/relationships/image" Target="../media/image323.png"/><Relationship Id="rId8" Type="http://schemas.openxmlformats.org/officeDocument/2006/relationships/image" Target="../media/image324.png"/><Relationship Id="rId9" Type="http://schemas.openxmlformats.org/officeDocument/2006/relationships/image" Target="../media/image325.png"/><Relationship Id="rId10" Type="http://schemas.openxmlformats.org/officeDocument/2006/relationships/image" Target="../media/image32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1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30.png"/><Relationship Id="rId4" Type="http://schemas.openxmlformats.org/officeDocument/2006/relationships/image" Target="../media/image29.png"/><Relationship Id="rId5" Type="http://schemas.openxmlformats.org/officeDocument/2006/relationships/image" Target="../media/image331.png"/><Relationship Id="rId6" Type="http://schemas.openxmlformats.org/officeDocument/2006/relationships/image" Target="../media/image332.png"/><Relationship Id="rId7" Type="http://schemas.openxmlformats.org/officeDocument/2006/relationships/image" Target="../media/image333.png"/><Relationship Id="rId8" Type="http://schemas.openxmlformats.org/officeDocument/2006/relationships/image" Target="../media/image33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Relationship Id="rId3" Type="http://schemas.openxmlformats.org/officeDocument/2006/relationships/image" Target="../media/image336.png"/><Relationship Id="rId4" Type="http://schemas.openxmlformats.org/officeDocument/2006/relationships/image" Target="../media/image33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Relationship Id="rId3" Type="http://schemas.openxmlformats.org/officeDocument/2006/relationships/image" Target="../media/image338.png"/><Relationship Id="rId4" Type="http://schemas.openxmlformats.org/officeDocument/2006/relationships/image" Target="../media/image339.png"/><Relationship Id="rId5" Type="http://schemas.openxmlformats.org/officeDocument/2006/relationships/image" Target="../media/image340.png"/><Relationship Id="rId6" Type="http://schemas.openxmlformats.org/officeDocument/2006/relationships/image" Target="../media/image341.png"/><Relationship Id="rId7" Type="http://schemas.openxmlformats.org/officeDocument/2006/relationships/image" Target="../media/image34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Relationship Id="rId3" Type="http://schemas.openxmlformats.org/officeDocument/2006/relationships/image" Target="../media/image344.png"/><Relationship Id="rId4" Type="http://schemas.openxmlformats.org/officeDocument/2006/relationships/image" Target="../media/image345.png"/><Relationship Id="rId5" Type="http://schemas.openxmlformats.org/officeDocument/2006/relationships/image" Target="../media/image1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Relationship Id="rId3" Type="http://schemas.openxmlformats.org/officeDocument/2006/relationships/image" Target="../media/image33.png"/><Relationship Id="rId4" Type="http://schemas.openxmlformats.org/officeDocument/2006/relationships/image" Target="../media/image346.png"/><Relationship Id="rId5" Type="http://schemas.openxmlformats.org/officeDocument/2006/relationships/image" Target="../media/image347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348.png"/><Relationship Id="rId9" Type="http://schemas.openxmlformats.org/officeDocument/2006/relationships/image" Target="../media/image349.png"/><Relationship Id="rId10" Type="http://schemas.openxmlformats.org/officeDocument/2006/relationships/image" Target="../media/image350.png"/><Relationship Id="rId11" Type="http://schemas.openxmlformats.org/officeDocument/2006/relationships/image" Target="../media/image351.png"/><Relationship Id="rId12" Type="http://schemas.openxmlformats.org/officeDocument/2006/relationships/image" Target="../media/image352.png"/><Relationship Id="rId13" Type="http://schemas.openxmlformats.org/officeDocument/2006/relationships/image" Target="../media/image35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png"/><Relationship Id="rId3" Type="http://schemas.openxmlformats.org/officeDocument/2006/relationships/image" Target="../media/image355.png"/><Relationship Id="rId4" Type="http://schemas.openxmlformats.org/officeDocument/2006/relationships/image" Target="../media/image35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png"/><Relationship Id="rId3" Type="http://schemas.openxmlformats.org/officeDocument/2006/relationships/image" Target="../media/image33.png"/><Relationship Id="rId4" Type="http://schemas.openxmlformats.org/officeDocument/2006/relationships/image" Target="../media/image357.png"/><Relationship Id="rId5" Type="http://schemas.openxmlformats.org/officeDocument/2006/relationships/image" Target="../media/image358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359.png"/><Relationship Id="rId9" Type="http://schemas.openxmlformats.org/officeDocument/2006/relationships/image" Target="../media/image360.png"/><Relationship Id="rId10" Type="http://schemas.openxmlformats.org/officeDocument/2006/relationships/image" Target="../media/image361.png"/><Relationship Id="rId11" Type="http://schemas.openxmlformats.org/officeDocument/2006/relationships/image" Target="../media/image362.png"/><Relationship Id="rId12" Type="http://schemas.openxmlformats.org/officeDocument/2006/relationships/image" Target="../media/image363.png"/><Relationship Id="rId13" Type="http://schemas.openxmlformats.org/officeDocument/2006/relationships/image" Target="../media/image36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image" Target="../media/image366.png"/><Relationship Id="rId4" Type="http://schemas.openxmlformats.org/officeDocument/2006/relationships/image" Target="../media/image367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image" Target="../media/image22.png"/><Relationship Id="rId4" Type="http://schemas.openxmlformats.org/officeDocument/2006/relationships/image" Target="../media/image368.png"/><Relationship Id="rId5" Type="http://schemas.openxmlformats.org/officeDocument/2006/relationships/image" Target="../media/image369.png"/><Relationship Id="rId6" Type="http://schemas.openxmlformats.org/officeDocument/2006/relationships/image" Target="../media/image37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Relationship Id="rId3" Type="http://schemas.openxmlformats.org/officeDocument/2006/relationships/image" Target="../media/image372.png"/><Relationship Id="rId4" Type="http://schemas.openxmlformats.org/officeDocument/2006/relationships/image" Target="../media/image37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Relationship Id="rId3" Type="http://schemas.openxmlformats.org/officeDocument/2006/relationships/image" Target="../media/image102.png"/><Relationship Id="rId4" Type="http://schemas.openxmlformats.org/officeDocument/2006/relationships/image" Target="../media/image21.png"/><Relationship Id="rId5" Type="http://schemas.openxmlformats.org/officeDocument/2006/relationships/image" Target="../media/image374.png"/><Relationship Id="rId6" Type="http://schemas.openxmlformats.org/officeDocument/2006/relationships/image" Target="../media/image375.png"/><Relationship Id="rId7" Type="http://schemas.openxmlformats.org/officeDocument/2006/relationships/image" Target="../media/image376.png"/><Relationship Id="rId8" Type="http://schemas.openxmlformats.org/officeDocument/2006/relationships/image" Target="../media/image377.png"/><Relationship Id="rId9" Type="http://schemas.openxmlformats.org/officeDocument/2006/relationships/image" Target="../media/image37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Relationship Id="rId3" Type="http://schemas.openxmlformats.org/officeDocument/2006/relationships/image" Target="../media/image382.png"/><Relationship Id="rId4" Type="http://schemas.openxmlformats.org/officeDocument/2006/relationships/image" Target="../media/image383.png"/><Relationship Id="rId5" Type="http://schemas.openxmlformats.org/officeDocument/2006/relationships/image" Target="../media/image384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image" Target="../media/image18.png"/><Relationship Id="rId4" Type="http://schemas.openxmlformats.org/officeDocument/2006/relationships/image" Target="../media/image386.png"/><Relationship Id="rId5" Type="http://schemas.openxmlformats.org/officeDocument/2006/relationships/image" Target="../media/image38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Relationship Id="rId7" Type="http://schemas.openxmlformats.org/officeDocument/2006/relationships/image" Target="../media/image33.png"/><Relationship Id="rId8" Type="http://schemas.openxmlformats.org/officeDocument/2006/relationships/image" Target="../media/image390.png"/><Relationship Id="rId9" Type="http://schemas.openxmlformats.org/officeDocument/2006/relationships/image" Target="../media/image22.png"/><Relationship Id="rId10" Type="http://schemas.openxmlformats.org/officeDocument/2006/relationships/image" Target="../media/image191.png"/><Relationship Id="rId11" Type="http://schemas.openxmlformats.org/officeDocument/2006/relationships/image" Target="../media/image391.png"/><Relationship Id="rId12" Type="http://schemas.openxmlformats.org/officeDocument/2006/relationships/image" Target="../media/image21.png"/><Relationship Id="rId13" Type="http://schemas.openxmlformats.org/officeDocument/2006/relationships/image" Target="../media/image189.png"/><Relationship Id="rId14" Type="http://schemas.openxmlformats.org/officeDocument/2006/relationships/image" Target="../media/image392.png"/><Relationship Id="rId15" Type="http://schemas.openxmlformats.org/officeDocument/2006/relationships/image" Target="../media/image393.png"/><Relationship Id="rId16" Type="http://schemas.openxmlformats.org/officeDocument/2006/relationships/image" Target="../media/image39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Relationship Id="rId3" Type="http://schemas.openxmlformats.org/officeDocument/2006/relationships/image" Target="../media/image396.png"/><Relationship Id="rId4" Type="http://schemas.openxmlformats.org/officeDocument/2006/relationships/image" Target="../media/image39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5" Type="http://schemas.openxmlformats.org/officeDocument/2006/relationships/image" Target="../media/image398.png"/><Relationship Id="rId6" Type="http://schemas.openxmlformats.org/officeDocument/2006/relationships/image" Target="../media/image399.png"/><Relationship Id="rId7" Type="http://schemas.openxmlformats.org/officeDocument/2006/relationships/image" Target="../media/image400.png"/><Relationship Id="rId8" Type="http://schemas.openxmlformats.org/officeDocument/2006/relationships/image" Target="../media/image401.png"/><Relationship Id="rId9" Type="http://schemas.openxmlformats.org/officeDocument/2006/relationships/image" Target="../media/image402.png"/><Relationship Id="rId10" Type="http://schemas.openxmlformats.org/officeDocument/2006/relationships/image" Target="../media/image403.png"/><Relationship Id="rId11" Type="http://schemas.openxmlformats.org/officeDocument/2006/relationships/image" Target="../media/image404.png"/><Relationship Id="rId12" Type="http://schemas.openxmlformats.org/officeDocument/2006/relationships/image" Target="../media/image40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Relationship Id="rId3" Type="http://schemas.openxmlformats.org/officeDocument/2006/relationships/image" Target="../media/image1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Relationship Id="rId3" Type="http://schemas.openxmlformats.org/officeDocument/2006/relationships/image" Target="../media/image407.png"/><Relationship Id="rId4" Type="http://schemas.openxmlformats.org/officeDocument/2006/relationships/image" Target="../media/image347.png"/><Relationship Id="rId5" Type="http://schemas.openxmlformats.org/officeDocument/2006/relationships/image" Target="../media/image21.png"/><Relationship Id="rId6" Type="http://schemas.openxmlformats.org/officeDocument/2006/relationships/image" Target="../media/image408.png"/><Relationship Id="rId7" Type="http://schemas.openxmlformats.org/officeDocument/2006/relationships/image" Target="../media/image409.png"/><Relationship Id="rId8" Type="http://schemas.openxmlformats.org/officeDocument/2006/relationships/image" Target="../media/image44.png"/><Relationship Id="rId9" Type="http://schemas.openxmlformats.org/officeDocument/2006/relationships/image" Target="../media/image410.png"/><Relationship Id="rId10" Type="http://schemas.openxmlformats.org/officeDocument/2006/relationships/image" Target="../media/image411.png"/><Relationship Id="rId11" Type="http://schemas.openxmlformats.org/officeDocument/2006/relationships/image" Target="../media/image82.png"/><Relationship Id="rId12" Type="http://schemas.openxmlformats.org/officeDocument/2006/relationships/image" Target="../media/image41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3.png"/><Relationship Id="rId3" Type="http://schemas.openxmlformats.org/officeDocument/2006/relationships/image" Target="../media/image414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Relationship Id="rId6" Type="http://schemas.openxmlformats.org/officeDocument/2006/relationships/image" Target="../media/image2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3.png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5" Type="http://schemas.openxmlformats.org/officeDocument/2006/relationships/image" Target="../media/image21.png"/><Relationship Id="rId6" Type="http://schemas.openxmlformats.org/officeDocument/2006/relationships/image" Target="../media/image415.png"/><Relationship Id="rId7" Type="http://schemas.openxmlformats.org/officeDocument/2006/relationships/image" Target="../media/image18.png"/><Relationship Id="rId8" Type="http://schemas.openxmlformats.org/officeDocument/2006/relationships/image" Target="../media/image416.png"/><Relationship Id="rId9" Type="http://schemas.openxmlformats.org/officeDocument/2006/relationships/image" Target="../media/image417.png"/><Relationship Id="rId10" Type="http://schemas.openxmlformats.org/officeDocument/2006/relationships/image" Target="../media/image418.png"/><Relationship Id="rId11" Type="http://schemas.openxmlformats.org/officeDocument/2006/relationships/image" Target="../media/image150.png"/><Relationship Id="rId12" Type="http://schemas.openxmlformats.org/officeDocument/2006/relationships/image" Target="../media/image145.png"/><Relationship Id="rId13" Type="http://schemas.openxmlformats.org/officeDocument/2006/relationships/image" Target="../media/image419.png"/><Relationship Id="rId14" Type="http://schemas.openxmlformats.org/officeDocument/2006/relationships/image" Target="../media/image420.png"/><Relationship Id="rId15" Type="http://schemas.openxmlformats.org/officeDocument/2006/relationships/image" Target="../media/image421.png"/><Relationship Id="rId16" Type="http://schemas.openxmlformats.org/officeDocument/2006/relationships/image" Target="../media/image422.png"/><Relationship Id="rId17" Type="http://schemas.openxmlformats.org/officeDocument/2006/relationships/image" Target="../media/image423.png"/><Relationship Id="rId18" Type="http://schemas.openxmlformats.org/officeDocument/2006/relationships/image" Target="../media/image424.png"/><Relationship Id="rId19" Type="http://schemas.openxmlformats.org/officeDocument/2006/relationships/image" Target="../media/image42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427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Relationship Id="rId3" Type="http://schemas.openxmlformats.org/officeDocument/2006/relationships/image" Target="../media/image428.png"/><Relationship Id="rId4" Type="http://schemas.openxmlformats.org/officeDocument/2006/relationships/image" Target="../media/image429.png"/><Relationship Id="rId5" Type="http://schemas.openxmlformats.org/officeDocument/2006/relationships/image" Target="../media/image191.png"/><Relationship Id="rId6" Type="http://schemas.openxmlformats.org/officeDocument/2006/relationships/image" Target="../media/image430.png"/><Relationship Id="rId7" Type="http://schemas.openxmlformats.org/officeDocument/2006/relationships/image" Target="../media/image431.png"/><Relationship Id="rId8" Type="http://schemas.openxmlformats.org/officeDocument/2006/relationships/image" Target="../media/image432.png"/><Relationship Id="rId9" Type="http://schemas.openxmlformats.org/officeDocument/2006/relationships/image" Target="../media/image433.png"/><Relationship Id="rId10" Type="http://schemas.openxmlformats.org/officeDocument/2006/relationships/image" Target="../media/image434.png"/><Relationship Id="rId11" Type="http://schemas.openxmlformats.org/officeDocument/2006/relationships/image" Target="../media/image435.png"/><Relationship Id="rId12" Type="http://schemas.openxmlformats.org/officeDocument/2006/relationships/image" Target="../media/image436.png"/><Relationship Id="rId13" Type="http://schemas.openxmlformats.org/officeDocument/2006/relationships/image" Target="../media/image437.png"/><Relationship Id="rId14" Type="http://schemas.openxmlformats.org/officeDocument/2006/relationships/image" Target="../media/image4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postulate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axiom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axiom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axiom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symbol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symbol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symbol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3182"/>
            <a:ext cx="5074920" cy="38345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5105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finite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0983452fa563163848e5a4753ac826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352" y="3142507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60538" y="2966085"/>
            <a:ext cx="7086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5158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equilateral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3182"/>
            <a:ext cx="5074920" cy="38345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93764" y="1478018"/>
            <a:ext cx="140208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f815151e3e126330815fcb50080af1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700" y="1598414"/>
            <a:ext cx="525780" cy="525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31480" y="1478018"/>
            <a:ext cx="792479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f659ca9a815191865af2d8951e2ff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736" y="1598414"/>
            <a:ext cx="531314" cy="5257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87050" y="1478018"/>
            <a:ext cx="162306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1697" y="2115134"/>
            <a:ext cx="90678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4f669793dd51db5595c7ae683dd42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7393" y="2179046"/>
            <a:ext cx="856270" cy="315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33663" y="2115134"/>
            <a:ext cx="79247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684d7869cc4db05e2387596b7d3bd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919" y="2179046"/>
            <a:ext cx="856270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14189" y="2115134"/>
            <a:ext cx="137922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1617" y="2666123"/>
            <a:ext cx="152399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02fb6279dbe8fe41440bbea0b79c24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1089" y="2730035"/>
            <a:ext cx="351868" cy="3154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22957" y="2666123"/>
            <a:ext cx="211836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equilateral.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7458" y="3270028"/>
            <a:ext cx="75438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905a793bd7fd848de4251346412e23f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234" y="3297135"/>
            <a:ext cx="2271369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12604" y="3270028"/>
            <a:ext cx="152399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15);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2218" y="3949686"/>
            <a:ext cx="79247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3391da78aff7dfffe4917f522f0ffb0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474" y="3976794"/>
            <a:ext cx="2271369" cy="42062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27844" y="3949686"/>
            <a:ext cx="152399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15);</a:t>
            </a:r>
          </a:p>
        </p:txBody>
      </p:sp>
      <p:pic>
        <p:nvPicPr>
          <p:cNvPr id="26" name="Picture 25" descr="p_95eff660e757dacde2f5d73b5719d5f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4671" y="4656452"/>
            <a:ext cx="2243328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97999" y="4629345"/>
            <a:ext cx="115824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3521" y="5206792"/>
            <a:ext cx="203453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02fb6279dbe8fe41440bbea0b79c24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1425" y="5270704"/>
            <a:ext cx="351868" cy="3154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63293" y="5206792"/>
            <a:ext cx="352806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equilateral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0263" y="5704866"/>
            <a:ext cx="259841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required.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6826"/>
            <a:ext cx="5074920" cy="4907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482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e9d358f9634e4067fa33b913b8cc26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3030893"/>
            <a:ext cx="3703320" cy="6172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84080" y="2966085"/>
            <a:ext cx="19735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6903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021e0b98ab2331a9a0015ccb4f692f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4891297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5946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6826"/>
            <a:ext cx="5074920" cy="4907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1373" y="1338268"/>
            <a:ext cx="845820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44de6b422ccc63c1740009c392e7c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01" y="1415967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85655" y="1338268"/>
            <a:ext cx="2156459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describe</a:t>
            </a:r>
          </a:p>
        </p:txBody>
      </p:sp>
      <p:pic>
        <p:nvPicPr>
          <p:cNvPr id="10" name="Picture 9" descr="p_3b14e0f56b03fb2fc06edece837c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095" y="1407356"/>
            <a:ext cx="501161" cy="4343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02257" y="1338268"/>
            <a:ext cx="1082039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7650" y="1858968"/>
            <a:ext cx="114300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ca092b7968fcd6832167618e9ff7a4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322" y="1887683"/>
            <a:ext cx="707353" cy="2606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89676" y="1858968"/>
            <a:ext cx="12649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9498" y="2239714"/>
            <a:ext cx="1127760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5874e797b64b38f9050f0823060ef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1978" y="2308802"/>
            <a:ext cx="434339" cy="4343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66318" y="2239714"/>
            <a:ext cx="693420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a851a085e29bb2ecc0453a817f4787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1326" y="2308802"/>
            <a:ext cx="437255" cy="4343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48581" y="2239714"/>
            <a:ext cx="1363979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III);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7650" y="2760414"/>
            <a:ext cx="114300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ca092b7968fcd6832167618e9ff7a4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322" y="2789129"/>
            <a:ext cx="707353" cy="2606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9676" y="2760414"/>
            <a:ext cx="12649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378" y="3141160"/>
            <a:ext cx="71628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4850f0559de65532a3ef1cd9aef560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9674" y="3169875"/>
            <a:ext cx="707353" cy="2606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77028" y="3141160"/>
            <a:ext cx="23698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7849" y="3585406"/>
            <a:ext cx="5943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127bc181f97443619754a5b24aa7504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3609" y="3602297"/>
            <a:ext cx="1876348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69957" y="3585406"/>
            <a:ext cx="12268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15),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9185" y="4101064"/>
            <a:ext cx="6324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a2cadb511740e7930338081608967d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5425" y="4117955"/>
            <a:ext cx="1876348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21774" y="4101064"/>
            <a:ext cx="113537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32" name="Picture 31" descr="p_c0343576ad465c58ca342202ca7426a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447" y="4633614"/>
            <a:ext cx="1853184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20631" y="4616723"/>
            <a:ext cx="136397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III),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3159" y="5132381"/>
            <a:ext cx="16230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15)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e8f3150c0aba675571bfcbcc853faba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1879" y="5149272"/>
            <a:ext cx="2799631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851511" y="5132381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7" name="Picture 36" descr="p_80d36d4de97595a87f16d110db76e1c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9032" y="5621204"/>
            <a:ext cx="1024596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53629" y="5604313"/>
            <a:ext cx="34899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drawn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39" name="Picture 38" descr="p_ce08bb731a85e645a94a060cfaf3f35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5869" y="5651607"/>
            <a:ext cx="707353" cy="26060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43222" y="5604313"/>
            <a:ext cx="15087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3434" y="6000045"/>
            <a:ext cx="170687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2" name="Picture 41" descr="p_021e0b98ab2331a9a0015ccb4f692f2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29210" y="6028759"/>
            <a:ext cx="707353" cy="26060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436564" y="6000045"/>
            <a:ext cx="121158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1091"/>
            <a:ext cx="5074920" cy="465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3078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62f5d034ac25f20fef9d25177de7f8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816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39002" y="2528887"/>
            <a:ext cx="2438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403282"/>
            <a:ext cx="69951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8991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a2a6671fc41d6a0ebfd4ef31d3dfb1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60" y="4454099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95546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1091"/>
            <a:ext cx="5074920" cy="465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20026" y="1564332"/>
            <a:ext cx="990599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352e8e62ca1c17fa34c0d2e5042fe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78" y="1654224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4148" y="1564332"/>
            <a:ext cx="1356359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771" y="2282795"/>
            <a:ext cx="131826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2e8c9e8619334c684acc4f4cd55af4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651" y="2412431"/>
            <a:ext cx="530392" cy="525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8043" y="2282795"/>
            <a:ext cx="162306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8186" y="3001257"/>
            <a:ext cx="83058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3ddf0b0d21ae6ca6bece3cdfd5990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922" y="3091149"/>
            <a:ext cx="2271369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64292" y="3001257"/>
            <a:ext cx="22098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2322" y="3788061"/>
            <a:ext cx="68580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7a2edf1d3e33c04ebdc1117f7f1a98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234" y="3877953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12604" y="3788061"/>
            <a:ext cx="145542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15),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2802" y="4720707"/>
            <a:ext cx="72390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ca74cd550a3cf52be8c440cb090f86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2194" y="4810599"/>
            <a:ext cx="2271369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73564" y="4720707"/>
            <a:ext cx="1341119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(const.);</a:t>
            </a:r>
          </a:p>
        </p:txBody>
      </p:sp>
      <p:pic>
        <p:nvPicPr>
          <p:cNvPr id="22" name="Picture 21" descr="p_9fe50190f8ab66fbe73a556760dfb8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0519" y="5529061"/>
            <a:ext cx="2243328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3847" y="5439169"/>
            <a:ext cx="229362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797" y="1225295"/>
            <a:ext cx="290116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68171"/>
            <a:ext cx="68275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855089"/>
            <a:ext cx="61036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342007"/>
            <a:ext cx="1341119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0ce4638d25916b1562467b7bf23cdb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28" y="2382812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9114" y="2342007"/>
            <a:ext cx="6553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b048e10a57eae1259d1305144ae8ac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42" y="2382812"/>
            <a:ext cx="1034751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98394" y="2342007"/>
            <a:ext cx="9220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e5c8a93199d905d94a38e743b707c2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282" y="238281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31468" y="2342007"/>
            <a:ext cx="5715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pic>
        <p:nvPicPr>
          <p:cNvPr id="16" name="Picture 15" descr="p_db23c7aa54eec759e38ac49a14fc4e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2869730"/>
            <a:ext cx="1034751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15511" y="2828925"/>
            <a:ext cx="287274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8" name="Picture 17" descr="p_3ca418373052a007a0959ffc53dda4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3975" y="2869730"/>
            <a:ext cx="340940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44915" y="2828925"/>
            <a:ext cx="9220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3ca418373052a007a0959ffc53dda4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2803" y="2869730"/>
            <a:ext cx="340940" cy="3703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13744" y="2828925"/>
            <a:ext cx="2743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3315843"/>
            <a:ext cx="68199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contained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those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802760"/>
            <a:ext cx="50368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4" name="Picture 23" descr="p_e34f207cdb5873294d1378c70e2e06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0488" y="3843566"/>
            <a:ext cx="1005186" cy="370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005674" y="3802760"/>
            <a:ext cx="8382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6" name="Picture 25" descr="p_f70b5530fb74609e0ddbef86c5ddac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4330484"/>
            <a:ext cx="1034751" cy="37033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15511" y="4289678"/>
            <a:ext cx="56845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equal: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remaining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776596"/>
            <a:ext cx="543306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5263514"/>
            <a:ext cx="323088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30" name="Picture 29" descr="p_8f8f84411a09ffef7c2ba6d81a4043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5736" y="5287517"/>
            <a:ext cx="1201832" cy="4937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57568" y="5263514"/>
            <a:ext cx="92202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1d24015bb9d57e0045c26fc0923a84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5456" y="5287517"/>
            <a:ext cx="958072" cy="4937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343528" y="5263514"/>
            <a:ext cx="380999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825870"/>
            <a:ext cx="70485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every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respect.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797" y="1225295"/>
            <a:ext cx="290116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02699"/>
            <a:ext cx="70789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conceived,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placed,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837974"/>
            <a:ext cx="52197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3ca418373052a007a0959ffc53dda4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792" y="1879906"/>
            <a:ext cx="290430" cy="3154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37222" y="1837974"/>
            <a:ext cx="5715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3ca418373052a007a0959ffc53dda4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694" y="1879906"/>
            <a:ext cx="29043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75125" y="1837974"/>
            <a:ext cx="25146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273249"/>
            <a:ext cx="51130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0ce4638d25916b1562467b7bf23cdb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448" y="2315181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17718" y="2273249"/>
            <a:ext cx="4953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708523"/>
            <a:ext cx="20650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coincide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b048e10a57eae1259d1305144ae8ac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047" y="2750456"/>
            <a:ext cx="881454" cy="3154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04502" y="2708523"/>
            <a:ext cx="15544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e5c8a93199d905d94a38e743b707c2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8358" y="2750456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94628" y="2708523"/>
            <a:ext cx="13639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143798"/>
            <a:ext cx="8382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db23c7aa54eec759e38ac49a14fc4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591" y="3185730"/>
            <a:ext cx="881454" cy="3154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23046" y="3143798"/>
            <a:ext cx="35814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applied: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consequently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e34f207cdb5873294d1378c70e2e06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8438" y="3185730"/>
            <a:ext cx="856270" cy="3154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34708" y="3143798"/>
            <a:ext cx="70866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3579073"/>
            <a:ext cx="20650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coincide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f70b5530fb74609e0ddbef86c5ddac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3047" y="3621005"/>
            <a:ext cx="881454" cy="3154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04502" y="3579073"/>
            <a:ext cx="35509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014348"/>
            <a:ext cx="60121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enclose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space,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impossible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X),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449622"/>
            <a:ext cx="14478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e92ddb7d009eb680addaa0c29edc72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9271" y="4470069"/>
            <a:ext cx="2271369" cy="42062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00641" y="4449622"/>
            <a:ext cx="2895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8f8f84411a09ffef7c2ba6d81a4043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2561" y="4470069"/>
            <a:ext cx="1023782" cy="42062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46344" y="4449622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35" name="Picture 34" descr="p_1d24015bb9d57e0045c26fc0923a84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4949113"/>
            <a:ext cx="816136" cy="42062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96896" y="4928666"/>
            <a:ext cx="292607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d72a059fa5b3e5fa1314eb8849f03b5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8032" y="4985918"/>
            <a:ext cx="296463" cy="3154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424496" y="4928666"/>
            <a:ext cx="79247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cbc054cd71aeb6287c700070adfe146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48752" y="4985918"/>
            <a:ext cx="296463" cy="3154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45215" y="4928666"/>
            <a:ext cx="14478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59" y="5407710"/>
            <a:ext cx="702564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applied,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every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respect.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59" y="5842985"/>
            <a:ext cx="4876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9787"/>
            <a:ext cx="5074920" cy="4881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008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isosceles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3eb75e767f6b12c4f94057a3ac88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528" y="2268112"/>
            <a:ext cx="381554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9082" y="2091690"/>
            <a:ext cx="20878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65760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produced,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68122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4714875"/>
            <a:ext cx="4160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9787"/>
            <a:ext cx="5074920" cy="4881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01534"/>
            <a:ext cx="108965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cb0c25bb730d4f281325276b1be5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759" y="1328737"/>
            <a:ext cx="670124" cy="246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12884" y="1301534"/>
            <a:ext cx="6553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4cb0c25bb730d4f281325276b1be5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412" y="1328737"/>
            <a:ext cx="670124" cy="246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7537" y="1301534"/>
            <a:ext cx="12268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739760"/>
            <a:ext cx="63246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take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a9ee1f319910943d805e357492f30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755762"/>
            <a:ext cx="1777593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4593" y="1739760"/>
            <a:ext cx="10972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I.3);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228278"/>
            <a:ext cx="739139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a44758478dd4cbe433cb4068783f11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343" y="2301887"/>
            <a:ext cx="670124" cy="246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2468" y="2228278"/>
            <a:ext cx="655320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a44758478dd4cbe433cb4068783f11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996" y="2301887"/>
            <a:ext cx="670124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7121" y="2228278"/>
            <a:ext cx="1181099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57fe6bd5b20fc9698dc2caaae505e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273" y="2275014"/>
            <a:ext cx="327845" cy="4114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80118" y="2228278"/>
            <a:ext cx="655320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8dfd2d2a9945fe093be29416518181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4646" y="2275014"/>
            <a:ext cx="327845" cy="4114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80759" y="2799092"/>
            <a:ext cx="102870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c9d1fb37d69af77935856d749cd830b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2815094"/>
            <a:ext cx="1777593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71585" y="2799092"/>
            <a:ext cx="10972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26" name="Picture 25" descr="p_f5d2ea4dbfbb61590f3dfb7575c039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3314814"/>
            <a:ext cx="242969" cy="246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23729" y="3287610"/>
            <a:ext cx="209549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both,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3725837"/>
            <a:ext cx="6019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84cde5f3f591efe86eda1feab7b59c3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2616" y="3741839"/>
            <a:ext cx="1777593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30209" y="3725837"/>
            <a:ext cx="8534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31" name="Picture 30" descr="p_f60731119a0686705cc7faa7255333f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230357"/>
            <a:ext cx="662816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43576" y="4214355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1479b82975de65057c154b0c89fa62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1112" y="4230357"/>
            <a:ext cx="1777593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18706" y="4214355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8f67a686dd0fe9f3c349b57a1b6dda1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3234" y="4230357"/>
            <a:ext cx="669340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02574" y="4214355"/>
            <a:ext cx="214884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Again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595b81ede75c8030fad68a50d301ba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11918" y="4259160"/>
            <a:ext cx="367526" cy="2468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80759" y="4589259"/>
            <a:ext cx="60198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c49f54c5b750ae0beebefb2a5204a77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2616" y="4616462"/>
            <a:ext cx="367526" cy="2468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80759" y="5027485"/>
            <a:ext cx="102870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1" name="Picture 40" descr="p_2a9ee1f319910943d805e357492f30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5043487"/>
            <a:ext cx="1777593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71585" y="5027485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3" name="Picture 42" descr="p_8f67a686dd0fe9f3c349b57a1b6dda1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9121" y="5043487"/>
            <a:ext cx="669340" cy="3291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38462" y="5027485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5" name="Picture 44" descr="p_1479b82975de65057c154b0c89fa62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2990" y="5043487"/>
            <a:ext cx="1777593" cy="329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530583" y="5027485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47" name="Picture 46" descr="p_63ea9aaae0d2c10f43029801188e167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80759" y="5532005"/>
            <a:ext cx="919625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000385" y="5516003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9" name="Picture 48" descr="p_2a866684ea72c9f3873b7ced68f0297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4913" y="5532005"/>
            <a:ext cx="972589" cy="3291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387502" y="5516003"/>
            <a:ext cx="1036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6004521"/>
            <a:ext cx="5791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52" name="Picture 51" descr="p_7524e58319488ca2830c881e9076767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4328" y="6020523"/>
            <a:ext cx="578296" cy="32918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12624" y="6004521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54" name="Picture 53" descr="p_5a3c18b90b2820ad6a873d73d857ad1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0160" y="6020523"/>
            <a:ext cx="817473" cy="32918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27633" y="6004521"/>
            <a:ext cx="20497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III).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720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a7211a97a34eb8656bbc16e3429da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705309"/>
            <a:ext cx="418827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66131" y="2528887"/>
            <a:ext cx="2659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4da4703f628d397adbc252f1d849c2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907" y="2705309"/>
            <a:ext cx="414269" cy="3703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98177" y="2528887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2" name="Picture 11" descr="p_c0ef5aa00805adfedf0d3a66baa7dd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3579704"/>
            <a:ext cx="414269" cy="3703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5029" y="3403282"/>
            <a:ext cx="3581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5f3eafa16f7b759fc1fbf155629f03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421" y="3579704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55608" y="3403282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6" name="Picture 15" descr="p_a2a21678d30d710281ef1c038bedf5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4454099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85946" y="4277677"/>
            <a:ext cx="5486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0058" y="1394697"/>
            <a:ext cx="521208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f3eafa16f7b759fc1fbf155629f03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994" y="1426964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37348" y="1394697"/>
            <a:ext cx="46482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994" y="1747493"/>
            <a:ext cx="263652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a2a21678d30d710281ef1c038bedf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482" y="1779760"/>
            <a:ext cx="707353" cy="2606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36" y="1747493"/>
            <a:ext cx="241554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cut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off</a:t>
            </a:r>
          </a:p>
        </p:txBody>
      </p:sp>
      <p:pic>
        <p:nvPicPr>
          <p:cNvPr id="13" name="Picture 12" descr="p_42c3aea491ab06176043d9a762d4b6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303" y="2117180"/>
            <a:ext cx="187634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32651" y="2100289"/>
            <a:ext cx="18440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I.3),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5faa5e9e8b818aefed2b401d5cccc7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155" y="2147584"/>
            <a:ext cx="707353" cy="2606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05509" y="2100289"/>
            <a:ext cx="5638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ade229ce8d1f066e20443b52079bcf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6885" y="2147584"/>
            <a:ext cx="371743" cy="2606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18629" y="2100289"/>
            <a:ext cx="6934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a7211a97a34eb8656bbc16e3429dad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3637" y="2147584"/>
            <a:ext cx="294730" cy="2606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58368" y="2100289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1" name="Picture 20" descr="p_42c3aea491ab06176043d9a762d4b6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305" y="2637086"/>
            <a:ext cx="1876348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23653" y="2620195"/>
            <a:ext cx="113537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23" name="Picture 22" descr="p_4f7eff75a5fa4af01d02d843e36d7bb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3255" y="3156992"/>
            <a:ext cx="765616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8871" y="3140101"/>
            <a:ext cx="8839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9674" y="3660006"/>
            <a:ext cx="63246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9cbe19482620c5d4ac16bdfc681d397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5914" y="3692274"/>
            <a:ext cx="707353" cy="2606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73268" y="3660006"/>
            <a:ext cx="1295399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common,</a:t>
            </a:r>
          </a:p>
        </p:txBody>
      </p:sp>
      <p:pic>
        <p:nvPicPr>
          <p:cNvPr id="28" name="Picture 27" descr="p_4411f74dae82a510ba0b728db5951e5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2468" y="4153867"/>
            <a:ext cx="383110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95578" y="4136976"/>
            <a:ext cx="35890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3671" y="4656882"/>
            <a:ext cx="491490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whole,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absurd;</a:t>
            </a:r>
          </a:p>
        </p:txBody>
      </p:sp>
      <p:pic>
        <p:nvPicPr>
          <p:cNvPr id="31" name="Picture 30" descr="p_4411f74dae82a510ba0b728db5951e5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98" y="5077655"/>
            <a:ext cx="383110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79208" y="5060764"/>
            <a:ext cx="24231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neither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5f3eafa16f7b759fc1fbf155629f03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008" y="5108059"/>
            <a:ext cx="707353" cy="2606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15362" y="5060764"/>
            <a:ext cx="5029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a2a21678d30d710281ef1c038bedf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970" y="5108059"/>
            <a:ext cx="707353" cy="2606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15324" y="5060764"/>
            <a:ext cx="22098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6543" y="5456496"/>
            <a:ext cx="80772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other,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7551" y="5933466"/>
            <a:ext cx="350520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27" y="1225296"/>
            <a:ext cx="323970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31927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9754d60be8a2b22b3d607e32aab616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15393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30442" y="1382207"/>
            <a:ext cx="220980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201631"/>
            <a:ext cx="58140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cannot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021055"/>
            <a:ext cx="70256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conterminous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a84b86db58d2966609666053f4093e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3997662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5946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84b86db58d2966609666053f4093e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34" y="399766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19021" y="3840480"/>
            <a:ext cx="3200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7b07bdf4494678059244a438352535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325" y="3997662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0512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7b07bdf4494678059244a438352535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400" y="3997662"/>
            <a:ext cx="1005186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03587" y="3840480"/>
            <a:ext cx="2743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4659904"/>
            <a:ext cx="65608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both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5479328"/>
            <a:ext cx="19354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each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27" y="1225296"/>
            <a:ext cx="323970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0231" y="1468598"/>
            <a:ext cx="704850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stand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4135" y="1940974"/>
            <a:ext cx="706374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either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6535" y="2413350"/>
            <a:ext cx="668274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outside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255" y="2885726"/>
            <a:ext cx="656844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lastly,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possible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5383" y="3358101"/>
            <a:ext cx="496062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constructed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12" name="Picture 11" descr="p_258846879f00a7097a8e9469f25546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388" y="3850924"/>
            <a:ext cx="3374136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97524" y="3830477"/>
            <a:ext cx="175259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cfa5b7b3275e479689a1abad2f838f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876" y="3887729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21800" y="4309521"/>
            <a:ext cx="8077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2e56978df8bc77d80346d7c692232f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248" y="4329968"/>
            <a:ext cx="928043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86292" y="4309521"/>
            <a:ext cx="134111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ae4782f5106a50ee536b4449a00383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460" y="4329968"/>
            <a:ext cx="1228881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8342" y="4309521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0" name="Picture 19" descr="p_ec0030720445808f94478a8d31df19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755" y="4809012"/>
            <a:ext cx="3601592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19348" y="4788565"/>
            <a:ext cx="25527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7119" y="5267609"/>
            <a:ext cx="643128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cannot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conterminous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5739985"/>
            <a:ext cx="633222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both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793" y="1225296"/>
            <a:ext cx="237517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572715"/>
            <a:ext cx="682752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214337"/>
            <a:ext cx="707136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855958"/>
            <a:ext cx="27432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9e9258aa0d1389a11fdad16ab7b910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907704"/>
            <a:ext cx="2666390" cy="493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56878" y="2855958"/>
            <a:ext cx="83820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2" name="Picture 11" descr="p_27e174db950b0545d3121f9f630062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3549325"/>
            <a:ext cx="2666390" cy="493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47150" y="3497579"/>
            <a:ext cx="367284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1590e16894efd29df9d7828ff7b1a5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4190947"/>
            <a:ext cx="2666390" cy="493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47150" y="4139201"/>
            <a:ext cx="288798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4780822"/>
            <a:ext cx="1341119" cy="6858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7" name="Picture 16" descr="p_5bc37e424e0430c4283e79d61f88b6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928" y="4698526"/>
            <a:ext cx="845819" cy="6172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89748" y="4780822"/>
            <a:ext cx="922020" cy="6858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5bc37e424e0430c4283e79d61f88b6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4698526"/>
            <a:ext cx="845819" cy="6172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63456" y="4780822"/>
            <a:ext cx="2499359" cy="6858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contained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5466622"/>
            <a:ext cx="505968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793" y="1225296"/>
            <a:ext cx="237517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14338"/>
            <a:ext cx="256032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7debe28fef2f912d2b2906eb7b6b55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473754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75558" y="1414338"/>
            <a:ext cx="792479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352e9e59388c634c1fba586079623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814" y="1473754"/>
            <a:ext cx="881454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1268" y="1414338"/>
            <a:ext cx="52578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899566"/>
            <a:ext cx="694182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conceived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placed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384794"/>
            <a:ext cx="687324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them,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870023"/>
            <a:ext cx="278892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395ada9810b9ad780f8c1fa57ea950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2929439"/>
            <a:ext cx="856270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58438" y="2870023"/>
            <a:ext cx="792479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9b154d1dd528b37d191473f7140c2f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694" y="2929439"/>
            <a:ext cx="881454" cy="3154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64148" y="2870023"/>
            <a:ext cx="28956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dfad32a19280c6fd7e888b81f76143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6068" y="2929439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0759" y="3355251"/>
            <a:ext cx="7239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302732d21a1e5d952d6a34bd82ee8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51" y="3414667"/>
            <a:ext cx="881454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1606" y="3355251"/>
            <a:ext cx="489966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conterminous,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840480"/>
            <a:ext cx="635508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4325708"/>
            <a:ext cx="704088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suppose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would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contradict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4810936"/>
            <a:ext cx="45720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last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proposition.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395ada9810b9ad780f8c1fa57ea950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4870352"/>
            <a:ext cx="856270" cy="3154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484902" y="4810936"/>
            <a:ext cx="7239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8" name="Picture 27" descr="p_dfad32a19280c6fd7e888b81f76143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5355581"/>
            <a:ext cx="856270" cy="3154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37030" y="5296165"/>
            <a:ext cx="33528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9b154d1dd528b37d191473f7140c2f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542" y="5355581"/>
            <a:ext cx="881454" cy="3154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90996" y="5296165"/>
            <a:ext cx="7239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32" name="Picture 31" descr="p_302732d21a1e5d952d6a34bd82ee8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5840809"/>
            <a:ext cx="881454" cy="3154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62214" y="5781393"/>
            <a:ext cx="28956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b51035e03a4f2a4beb93d47310df3d0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4134" y="5804005"/>
            <a:ext cx="874630" cy="42062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58765" y="5781393"/>
            <a:ext cx="142494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00" y="1225296"/>
            <a:ext cx="481715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3403282"/>
            <a:ext cx="5760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bisect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3804675bd53525e15e7f0eb4a53b09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3579704"/>
            <a:ext cx="429114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08722" y="3403282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00" y="1225296"/>
            <a:ext cx="481715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6235" y="1321139"/>
            <a:ext cx="89154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7b60a14868053ba710468bcf50ed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739" y="1424068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71109" y="1321139"/>
            <a:ext cx="211074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0981709a428b2500ab4c4d8c86adb8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9973" y="1460873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06243" y="1321139"/>
            <a:ext cx="22098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7618" y="2035846"/>
            <a:ext cx="304037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faea283141342307f261daf5a5130b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194" y="2175579"/>
            <a:ext cx="356362" cy="315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36556" y="2035846"/>
            <a:ext cx="135635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8104" y="3000699"/>
            <a:ext cx="90678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68b16ffa86f87462f07657b3add892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800" y="3140433"/>
            <a:ext cx="856270" cy="3154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90070" y="3000699"/>
            <a:ext cx="28956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e3b94ff217c7af476e3c85f959fd79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1990" y="3103628"/>
            <a:ext cx="2243328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55318" y="3000699"/>
            <a:ext cx="125730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1736" y="3965553"/>
            <a:ext cx="72390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68b16ffa86f87462f07657b3add892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28" y="4105287"/>
            <a:ext cx="856270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47398" y="3965553"/>
            <a:ext cx="413766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3728" y="4930407"/>
            <a:ext cx="72390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0c9161b96d8edb15379ac59999acd4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3120" y="5033336"/>
            <a:ext cx="2271369" cy="42062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34490" y="4930407"/>
            <a:ext cx="140969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342e9538a44498f763ce09aa4aded84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522" y="5033336"/>
            <a:ext cx="847924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00446" y="4930407"/>
            <a:ext cx="135635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I.8).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615" y="5645113"/>
            <a:ext cx="127254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3277"/>
            <a:ext cx="5074920" cy="4454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6073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bisect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finite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f7a66f0d9e6b3564d44884e83cc60c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401690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5946" y="3840480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3277"/>
            <a:ext cx="5074920" cy="4454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4044" y="1365158"/>
            <a:ext cx="162306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fc8458d96af0488cf044a1d1d13b63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764" y="1513359"/>
            <a:ext cx="357366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70130" y="1365158"/>
            <a:ext cx="1356359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8219" y="2362675"/>
            <a:ext cx="90678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26b48dd8bd9179b140c72f0edb6ab7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915" y="2510877"/>
            <a:ext cx="85627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0186" y="2362675"/>
            <a:ext cx="1394459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making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180a913d6a223f4ee3c7cc68c2a044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026" y="2474073"/>
            <a:ext cx="667657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43683" y="2362675"/>
            <a:ext cx="217170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I.9).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</a:p>
        </p:txBody>
      </p:sp>
      <p:pic>
        <p:nvPicPr>
          <p:cNvPr id="15" name="Picture 14" descr="p_640f814737f159e4f4028a1520bafe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786" y="3212975"/>
            <a:ext cx="2271369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76156" y="3101577"/>
            <a:ext cx="224790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</a:p>
        </p:txBody>
      </p:sp>
      <p:pic>
        <p:nvPicPr>
          <p:cNvPr id="17" name="Picture 16" descr="p_6787b4258fabb95b565f0c73428478d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9766" y="3951877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11135" y="3840480"/>
            <a:ext cx="132588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180a913d6a223f4ee3c7cc68c2a044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2111" y="3951877"/>
            <a:ext cx="667657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8208" y="4837997"/>
            <a:ext cx="72390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26b48dd8bd9179b140c72f0edb6ab7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600" y="4986199"/>
            <a:ext cx="856270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13870" y="4837997"/>
            <a:ext cx="422148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5135" y="5576899"/>
            <a:ext cx="611124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bisected.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8859"/>
            <a:ext cx="5074920" cy="3563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71018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([middle]D),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2278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91ecbe359f3652ff28ef83ca06d23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736" y="3579704"/>
            <a:ext cx="1322614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16350" y="3403282"/>
            <a:ext cx="19735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25222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perpendicular.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8859"/>
            <a:ext cx="5074920" cy="3563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25615" y="1267015"/>
            <a:ext cx="60350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Take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([middle]C)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5020" y="1802625"/>
            <a:ext cx="112013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cut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off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73dbc6caf79f5a41d42cdce436dbd9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404" y="1822183"/>
            <a:ext cx="2172614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4018" y="1802625"/>
            <a:ext cx="128778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I.3),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311" y="2399703"/>
            <a:ext cx="14554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4ca6ec8fd6011db5afc521cbd978d0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919" y="2432951"/>
            <a:ext cx="341807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22727" y="2399703"/>
            <a:ext cx="128778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8599" y="2935312"/>
            <a:ext cx="8763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c1ca8d32e6328338e232296db8bdd4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911" y="2968561"/>
            <a:ext cx="819041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48952" y="2935312"/>
            <a:ext cx="47396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perpendicular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319" y="3332060"/>
            <a:ext cx="147828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1428" y="3805008"/>
            <a:ext cx="66294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85c74ff06bcc259b02b068c22e368a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052" y="3824566"/>
            <a:ext cx="2172614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54666" y="3805008"/>
            <a:ext cx="12039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1" name="Picture 20" descr="p_8469b832bf8dcd4944e98de27c4873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1740" y="4421644"/>
            <a:ext cx="2172614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44354" y="4402086"/>
            <a:ext cx="12039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9975" y="4999164"/>
            <a:ext cx="7010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c1ca8d32e6328338e232296db8bdd4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079" y="5032413"/>
            <a:ext cx="819041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50120" y="4999164"/>
            <a:ext cx="406146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5155" y="5446712"/>
            <a:ext cx="15239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5bf5b0c887d8a03bec5bbe16356c66f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4627" y="5466270"/>
            <a:ext cx="830217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24844" y="5446712"/>
            <a:ext cx="121157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I.8)</a:t>
            </a:r>
          </a:p>
        </p:txBody>
      </p:sp>
      <p:pic>
        <p:nvPicPr>
          <p:cNvPr id="29" name="Picture 28" descr="p_d46850aea9772535d2556a89783f73f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1751" y="5975286"/>
            <a:ext cx="2145792" cy="402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97543" y="5955728"/>
            <a:ext cx="25374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10).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2763"/>
            <a:ext cx="5074920" cy="3495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865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perpendicular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4922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indefinite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60317a7f924f44c026685e40215857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048" y="3579704"/>
            <a:ext cx="1132157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1205" y="3403282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5349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(A)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without.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2763"/>
            <a:ext cx="5074920" cy="3495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22324"/>
            <a:ext cx="67360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centre,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line,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683004"/>
            <a:ext cx="21793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distance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4bccfcdc640bd6f75847aa71199f81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487" y="1713230"/>
            <a:ext cx="744582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59070" y="1683004"/>
            <a:ext cx="415290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capable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extending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043684"/>
            <a:ext cx="17602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side,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86121bc3892e57ccf5184d98bd2ed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7" y="2073910"/>
            <a:ext cx="660227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39435" y="2043684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455164"/>
            <a:ext cx="8686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8d83308a035d5f747a57ebceb9dbe4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472944"/>
            <a:ext cx="1975103" cy="3657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41080" y="2455164"/>
            <a:ext cx="134111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I.10),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997961"/>
            <a:ext cx="8077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3faba967a5aa483ec7ea42042511ec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208" y="3028187"/>
            <a:ext cx="744582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61790" y="2997961"/>
            <a:ext cx="26669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3faba967a5aa483ec7ea42042511ec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422" y="3028187"/>
            <a:ext cx="744582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10005" y="2997961"/>
            <a:ext cx="70866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0ec59f00031d39388dc442688b358a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205" y="3028187"/>
            <a:ext cx="744582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11788" y="2997961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3484879"/>
            <a:ext cx="7467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2e5cbc2211be6717295fa1041ed1737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8439" y="3502659"/>
            <a:ext cx="1772529" cy="36575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40969" y="3484879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977639"/>
            <a:ext cx="225551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I.8)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since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8d83308a035d5f747a57ebceb9dbe4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5447" y="3995419"/>
            <a:ext cx="1975103" cy="36575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50551" y="3977639"/>
            <a:ext cx="118109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30" name="Picture 29" descr="p_0ec59f00031d39388dc442688b358a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4550663"/>
            <a:ext cx="744582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25342" y="4520437"/>
            <a:ext cx="230124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both,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007356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f1fe644a5e85e308029694d315ae8d3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9192" y="5025136"/>
            <a:ext cx="1975103" cy="36575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64296" y="5007356"/>
            <a:ext cx="12801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15),</a:t>
            </a:r>
          </a:p>
        </p:txBody>
      </p:sp>
      <p:pic>
        <p:nvPicPr>
          <p:cNvPr id="35" name="Picture 34" descr="p_b912becb2a70112ba7febf5656d3656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5492496"/>
            <a:ext cx="865051" cy="36575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45811" y="5474716"/>
            <a:ext cx="7162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37" name="Picture 36" descr="p_ee91e78e13984f18465fda7052824ad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5959856"/>
            <a:ext cx="1950720" cy="36575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31480" y="5942076"/>
            <a:ext cx="23164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10).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6335"/>
            <a:ext cx="5074920" cy="4008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36271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cb819b05803ffe4fd7eb80b9f5ae86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728" y="1830914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7914" y="1654492"/>
            <a:ext cx="17678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528887"/>
            <a:ext cx="4617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f5c984d00f077213c3fcc368fd464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705309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70394" y="2528887"/>
            <a:ext cx="13639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403282"/>
            <a:ext cx="6377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either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4277677"/>
            <a:ext cx="60198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5152072"/>
            <a:ext cx="1219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6335"/>
            <a:ext cx="5074920" cy="4008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516925"/>
            <a:ext cx="48006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cb819b05803ffe4fd7eb80b9f5ae86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157568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1350" y="1516925"/>
            <a:ext cx="9525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f5c984d00f077213c3fcc368fd464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622" y="1575686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19892" y="1516925"/>
            <a:ext cx="91439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then,</a:t>
            </a:r>
          </a:p>
        </p:txBody>
      </p:sp>
      <p:pic>
        <p:nvPicPr>
          <p:cNvPr id="12" name="Picture 11" descr="p_51ca4a8020aa8e5a6abf97feceac0d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2238360"/>
            <a:ext cx="410609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1369" y="2179599"/>
            <a:ext cx="79247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cd611a7f385553c7789edf8cbd563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5625" y="2201555"/>
            <a:ext cx="1061574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7199" y="2179599"/>
            <a:ext cx="145542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10),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743724"/>
            <a:ext cx="100583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cb819b05803ffe4fd7eb80b9f5ae86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3" y="2802485"/>
            <a:ext cx="856270" cy="3154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1974" y="2743724"/>
            <a:ext cx="15011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f5c984d00f077213c3fcc368fd464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158" y="2802485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79428" y="2743724"/>
            <a:ext cx="2209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406397"/>
            <a:ext cx="9067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e4d909429ca689db41989e77b1f902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6455" y="3428354"/>
            <a:ext cx="2038408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34864" y="3406397"/>
            <a:ext cx="153161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I.11);</a:t>
            </a:r>
          </a:p>
        </p:txBody>
      </p:sp>
      <p:pic>
        <p:nvPicPr>
          <p:cNvPr id="24" name="Picture 23" descr="p_7a767b163c481b68042b6ac254b40d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3965556"/>
            <a:ext cx="1475522" cy="42062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56282" y="3943599"/>
            <a:ext cx="134111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26" name="Picture 25" descr="p_1afad167e41abc098beb9cc3e72a13f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4628230"/>
            <a:ext cx="1622406" cy="420623"/>
          </a:xfrm>
          <a:prstGeom prst="rect">
            <a:avLst/>
          </a:prstGeom>
        </p:spPr>
      </p:pic>
      <p:pic>
        <p:nvPicPr>
          <p:cNvPr id="27" name="Picture 26" descr="p_1659bdb22ecf6198cd6be954b75981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5165432"/>
            <a:ext cx="2149855" cy="42062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30615" y="5143475"/>
            <a:ext cx="112776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II)</a:t>
            </a:r>
          </a:p>
        </p:txBody>
      </p:sp>
      <p:pic>
        <p:nvPicPr>
          <p:cNvPr id="29" name="Picture 28" descr="p_1e719e80e96765fba0358bceb4c13cc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5702634"/>
            <a:ext cx="1735908" cy="4206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16668" y="5680677"/>
            <a:ext cx="14249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6215"/>
            <a:ext cx="5074920" cy="5108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35509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dd6128d0c0344dc881fbaec2a32430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768" y="15393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16954" y="1382207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d22a0b40a5e96f24cd47b1eb98350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4842" y="153938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50029" y="1382207"/>
            <a:ext cx="3733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201631"/>
            <a:ext cx="48691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third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6ce6b25a877c34afa8e52edb9b7b7a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6376" y="2358813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71562" y="2201631"/>
            <a:ext cx="76200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021055"/>
            <a:ext cx="69875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840480"/>
            <a:ext cx="48996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adjacent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7" name="Picture 16" descr="p_e199daa0653a0932fc50c008c86825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0760" y="3997662"/>
            <a:ext cx="446749" cy="3703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337509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99c01a67f88e3942e9b6134f9a6938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5397" y="3997662"/>
            <a:ext cx="400687" cy="370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66084" y="3840480"/>
            <a:ext cx="2743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4659904"/>
            <a:ext cx="64541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5479328"/>
            <a:ext cx="65303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continuous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6215"/>
            <a:ext cx="5074920" cy="5108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73302"/>
            <a:ext cx="263652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possible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887f862be0fa5e862eadd2b895f7b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247" y="1524373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36518" y="1473302"/>
            <a:ext cx="142494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d22a0b40a5e96f24cd47b1eb98350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742" y="1524373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23012" y="1473302"/>
            <a:ext cx="22098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102362"/>
            <a:ext cx="330708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continuation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dd6128d0c0344dc881fbaec2a32430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696" y="2153434"/>
            <a:ext cx="856270" cy="315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72966" y="2102362"/>
            <a:ext cx="22098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731423"/>
            <a:ext cx="8305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f3e24ddc7c9061c9befd85b8b12175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495" y="2751870"/>
            <a:ext cx="1251086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59" y="3263213"/>
            <a:ext cx="31318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4a38e6ddd4e7631597f9d53379f2aa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7" y="3283660"/>
            <a:ext cx="1548964" cy="420623"/>
          </a:xfrm>
          <a:prstGeom prst="rect">
            <a:avLst/>
          </a:prstGeom>
        </p:spPr>
      </p:pic>
      <p:pic>
        <p:nvPicPr>
          <p:cNvPr id="19" name="Picture 18" descr="p_b4efb8b4697083f4966313670066919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3815451"/>
            <a:ext cx="803499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84259" y="3795004"/>
            <a:ext cx="47320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absurd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IX).</a:t>
            </a:r>
          </a:p>
        </p:txBody>
      </p:sp>
      <p:pic>
        <p:nvPicPr>
          <p:cNvPr id="21" name="Picture 20" descr="p_61026e665de2a888ecb13ab059b3dd8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4347241"/>
            <a:ext cx="1240301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21061" y="4326794"/>
            <a:ext cx="38100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continuation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dd6128d0c0344dc881fbaec2a32430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333" y="4384046"/>
            <a:ext cx="856270" cy="3154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15603" y="4326794"/>
            <a:ext cx="8077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4805838"/>
            <a:ext cx="699516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demonstrated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straight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5267226"/>
            <a:ext cx="16459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except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9d22a0b40a5e96f24cd47b1eb98350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7" y="5324477"/>
            <a:ext cx="856270" cy="3154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44038" y="5267226"/>
            <a:ext cx="2895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54737080c902e1c017eb7da27269636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5958" y="5287673"/>
            <a:ext cx="1240301" cy="4206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6259" y="5267226"/>
            <a:ext cx="27965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continuation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746270"/>
            <a:ext cx="53340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dd6128d0c0344dc881fbaec2a32430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751" y="5797342"/>
            <a:ext cx="856270" cy="3154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54022" y="5746270"/>
            <a:ext cx="142494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0899"/>
            <a:ext cx="5074920" cy="443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31089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7f1850c81b2d8183b487e446a08b13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63386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19e9298d859447d33c1a3308f6ba5c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274" y="270530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6461" y="2528887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66446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intersect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vertical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</a:p>
        </p:txBody>
      </p:sp>
      <p:pic>
        <p:nvPicPr>
          <p:cNvPr id="13" name="Picture 12" descr="p_91f383e5194ee9effba78071123cea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4454099"/>
            <a:ext cx="339471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0230" y="427767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1dc597b2c75e79c5c12a000510b28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118" y="4454099"/>
            <a:ext cx="339471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87589" y="4277677"/>
            <a:ext cx="320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c58254c4967204dd63a47b8bd5562ec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893" y="4454099"/>
            <a:ext cx="476141" cy="3703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10035" y="427767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dcac04835475451ad738eaf696dd759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7923" y="4454099"/>
            <a:ext cx="476141" cy="370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14064" y="4277677"/>
            <a:ext cx="17678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0899"/>
            <a:ext cx="5074920" cy="4439160"/>
          </a:xfrm>
          <a:prstGeom prst="rect">
            <a:avLst/>
          </a:prstGeom>
        </p:spPr>
      </p:pic>
      <p:pic>
        <p:nvPicPr>
          <p:cNvPr id="7" name="Picture 6" descr="p_bc636b3c12b96a1b6405d88d8643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411" y="1840976"/>
            <a:ext cx="1378712" cy="420623"/>
          </a:xfrm>
          <a:prstGeom prst="rect">
            <a:avLst/>
          </a:prstGeom>
        </p:spPr>
      </p:pic>
      <p:pic>
        <p:nvPicPr>
          <p:cNvPr id="8" name="Picture 7" descr="p_57cea086ba5e9ba2d08c39e82a5fde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411" y="2643952"/>
            <a:ext cx="1378712" cy="420623"/>
          </a:xfrm>
          <a:prstGeom prst="rect">
            <a:avLst/>
          </a:prstGeom>
        </p:spPr>
      </p:pic>
      <p:pic>
        <p:nvPicPr>
          <p:cNvPr id="9" name="Picture 8" descr="p_53e46f40792b8866aa24cf661532d0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010" y="3446928"/>
            <a:ext cx="870457" cy="4206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86468" y="3333447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391" y="4165484"/>
            <a:ext cx="57531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12" name="Picture 11" descr="p_0a4605f8dabe60cd4fd864f2ad416e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529" y="5322090"/>
            <a:ext cx="1068251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03781" y="5208609"/>
            <a:ext cx="1424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2" y="1225296"/>
            <a:ext cx="488819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710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9a994f6122627c4578ada8e05de882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784" y="2268112"/>
            <a:ext cx="35020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89989" y="2091690"/>
            <a:ext cx="29718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produced,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2583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5332a8a31e381ef12e124806e46650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5" y="3030893"/>
            <a:ext cx="874395" cy="617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11971" y="2966085"/>
            <a:ext cx="2636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840480"/>
            <a:ext cx="6073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either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remote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6ca2525faf527868e76d31fd57b14e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9544" y="4016902"/>
            <a:ext cx="346818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76362" y="3840480"/>
            <a:ext cx="579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</a:p>
        </p:txBody>
      </p:sp>
      <p:pic>
        <p:nvPicPr>
          <p:cNvPr id="16" name="Picture 15" descr="p_0322c35fd933da0cbda568f3b338bf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4891297"/>
            <a:ext cx="394224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4984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2" y="1225296"/>
            <a:ext cx="488819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34147"/>
            <a:ext cx="8382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f512df64feee0767fd74251265545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591" y="1351038"/>
            <a:ext cx="1876348" cy="34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17940" y="1334147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I.10);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849805"/>
            <a:ext cx="7772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50eb35ead28142dd160ae2c6cd05b4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897100"/>
            <a:ext cx="707353" cy="2606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00177" y="1849805"/>
            <a:ext cx="25450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until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7bffbc4919712a13e0a1fe98259080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513" y="1866696"/>
            <a:ext cx="187634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02862" y="1849805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365463"/>
            <a:ext cx="7772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eabec0054c04677d0d0ebb72dd3afc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2394178"/>
            <a:ext cx="707353" cy="2606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00177" y="2365463"/>
            <a:ext cx="20573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84309"/>
            <a:ext cx="45720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3da1eddb0bfd88147b779c19431f7c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2813024"/>
            <a:ext cx="195453" cy="2606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2245" y="2784309"/>
            <a:ext cx="6934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9fbf83b2cf080ed13c35c475b621d69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7253" y="2813024"/>
            <a:ext cx="195453" cy="2606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2706" y="2784309"/>
            <a:ext cx="20573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23" name="Picture 22" descr="p_ef512df64feee0767fd74251265545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3263773"/>
            <a:ext cx="1876348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57108" y="3246882"/>
            <a:ext cx="26669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056bc7275be97ba270e17563d528916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0740" y="3263773"/>
            <a:ext cx="579120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39860" y="3246882"/>
            <a:ext cx="6934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8706644afe907b915ba51342b75cfd2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4868" y="3263773"/>
            <a:ext cx="1876348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61217" y="3246882"/>
            <a:ext cx="10439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3642614"/>
            <a:ext cx="113538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I.15),</a:t>
            </a:r>
          </a:p>
        </p:txBody>
      </p:sp>
      <p:pic>
        <p:nvPicPr>
          <p:cNvPr id="30" name="Picture 29" descr="p_9623f1119083f7de4565fcfabfa2a0d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122077"/>
            <a:ext cx="750098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30858" y="4105186"/>
            <a:ext cx="11430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I.4),</a:t>
            </a:r>
          </a:p>
        </p:txBody>
      </p:sp>
      <p:pic>
        <p:nvPicPr>
          <p:cNvPr id="32" name="Picture 31" descr="p_f39861d4eaeea2529ae987af5b4f329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4637735"/>
            <a:ext cx="546027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6787" y="4620844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092776"/>
            <a:ext cx="455676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like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shown,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1bc4a50f1d07a2107a764c63af0e170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6439" y="5121490"/>
            <a:ext cx="707353" cy="2606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323793" y="5092776"/>
            <a:ext cx="16916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produced,</a:t>
            </a:r>
          </a:p>
        </p:txBody>
      </p:sp>
      <p:pic>
        <p:nvPicPr>
          <p:cNvPr id="37" name="Picture 36" descr="p_2a196323b8fe61573518f715e0a7b16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0759" y="5452313"/>
            <a:ext cx="794221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80759" y="5951080"/>
            <a:ext cx="171449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a08f3dcbdf0f5ed5365b166d7a34844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2631" y="5998375"/>
            <a:ext cx="330925" cy="26060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73557" y="5951080"/>
            <a:ext cx="12039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1" name="Picture 40" descr="p_323aef8bd528a6b4dd39afe74ce03e8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6997" y="5967971"/>
            <a:ext cx="562573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89571" y="5951080"/>
            <a:ext cx="4343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3" name="Picture 42" descr="p_6094af23b52a71fbacf33e82cacbe88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7315" y="5967971"/>
            <a:ext cx="487581" cy="34747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14897" y="5951080"/>
            <a:ext cx="12115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516"/>
            <a:ext cx="5074920" cy="4205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4792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ba6de3a333d61515478d0e49fa083a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416" y="3142507"/>
            <a:ext cx="380077" cy="3703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85493" y="2966085"/>
            <a:ext cx="701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57378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516"/>
            <a:ext cx="5074920" cy="4205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9456" y="1436041"/>
            <a:ext cx="1356359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84633d7001ed6bfd265099add93e8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816" y="154820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61086" y="1436041"/>
            <a:ext cx="1485899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</a:p>
        </p:txBody>
      </p:sp>
      <p:pic>
        <p:nvPicPr>
          <p:cNvPr id="10" name="Picture 9" descr="p_78e242c03ec344e9921149551ba89b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448" y="2374832"/>
            <a:ext cx="1515581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9030" y="2299471"/>
            <a:ext cx="22098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5147" y="3013293"/>
            <a:ext cx="72390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7235c3973b7b8468bef0c80093dca8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539" y="3088654"/>
            <a:ext cx="901337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5876" y="3013293"/>
            <a:ext cx="144780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I.16)</a:t>
            </a:r>
          </a:p>
        </p:txBody>
      </p:sp>
      <p:pic>
        <p:nvPicPr>
          <p:cNvPr id="15" name="Picture 14" descr="p_6136fd345d0a4e39efa64342b9f8b1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0" y="3776515"/>
            <a:ext cx="1609053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99534" y="3701155"/>
            <a:ext cx="486156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495" y="4337095"/>
            <a:ext cx="653034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973036"/>
            <a:ext cx="688086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taken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4559" y="5608977"/>
            <a:ext cx="48768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58" y="1225296"/>
            <a:ext cx="463164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2583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b625bcc2939d402c89ff8364f8e316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268112"/>
            <a:ext cx="32120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8782" y="2091690"/>
            <a:ext cx="19964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50ed81afafd3c8d683d4c68cbbebde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06" y="2268112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1393" y="2091690"/>
            <a:ext cx="609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966085"/>
            <a:ext cx="35356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5e5df48427f0524d830d6738ca1902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576" y="3142507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04762" y="2966085"/>
            <a:ext cx="17754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840480"/>
            <a:ext cx="6865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4714875"/>
            <a:ext cx="5539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less.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I.e.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88f41d1054e5131a6ea808e28cc8d9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2824" y="4848091"/>
            <a:ext cx="852270" cy="493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55094" y="4714875"/>
            <a:ext cx="2362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58" y="1225296"/>
            <a:ext cx="463164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9179" y="1727495"/>
            <a:ext cx="97536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facd8bc86e1da5ed142fecb363d19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739" y="1840976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71109" y="1727495"/>
            <a:ext cx="219456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d9b4a54fde8c89372cfa146c72f3e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7029" y="1877781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73299" y="1727495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6675" y="2559532"/>
            <a:ext cx="152399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ab77106eb56610eb6a18ffd0356aa0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147" y="2673013"/>
            <a:ext cx="911351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07499" y="2559532"/>
            <a:ext cx="135635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352" y="3362508"/>
            <a:ext cx="6934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99998152015171e938a15c5a166d2b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360" y="3475989"/>
            <a:ext cx="883310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4670" y="3362508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I.16)</a:t>
            </a:r>
          </a:p>
        </p:txBody>
      </p:sp>
      <p:pic>
        <p:nvPicPr>
          <p:cNvPr id="18" name="Picture 17" descr="p_103a265bf81bb0272cbccff8ff68d20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6896" y="4278965"/>
            <a:ext cx="1023518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00414" y="4165484"/>
            <a:ext cx="23774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much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923" y="5208609"/>
            <a:ext cx="41147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88f41d1054e5131a6ea808e28cc8d9a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6379" y="5322090"/>
            <a:ext cx="726008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42387" y="5208609"/>
            <a:ext cx="1424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29565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9d58ba0a7f1efa2e1163d9fd1d8dbb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80" y="1830914"/>
            <a:ext cx="418827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55107" y="1654492"/>
            <a:ext cx="1844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1e65858c60ed7b45cea9d1300b72d1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611" y="1830914"/>
            <a:ext cx="400687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21298" y="1654492"/>
            <a:ext cx="609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528887"/>
            <a:ext cx="35356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7079aa165b8be4d7ddfb0f022bbeb5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576" y="2705309"/>
            <a:ext cx="47003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69612" y="2528887"/>
            <a:ext cx="15392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a17668833d26c70ebe7ce4041f75f8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1276" y="2705309"/>
            <a:ext cx="1005186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80759" y="3403282"/>
            <a:ext cx="65760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4277677"/>
            <a:ext cx="34899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72e1f0be431f4fa1c1bc8071365139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4454099"/>
            <a:ext cx="1005186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68186" y="4277677"/>
            <a:ext cx="22479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5152072"/>
            <a:ext cx="777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less.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4081" y="1348771"/>
            <a:ext cx="4800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17668833d26c70ebe7ce4041f75f8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01" y="1383531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54671" y="1348771"/>
            <a:ext cx="28422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72e1f0be431f4fa1c1bc8071365139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751" y="1383531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75021" y="1348771"/>
            <a:ext cx="1600199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must</a:t>
            </a:r>
          </a:p>
        </p:txBody>
      </p:sp>
      <p:pic>
        <p:nvPicPr>
          <p:cNvPr id="12" name="Picture 11" descr="p_970ac24f4887876f4f498bcd013a46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419" y="1929174"/>
            <a:ext cx="1406085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15505" y="1908727"/>
            <a:ext cx="5715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12355c1535cb09d35a548654e1c1c6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977" y="1929174"/>
            <a:ext cx="1330081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93059" y="1908727"/>
            <a:ext cx="2209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554" y="2463971"/>
            <a:ext cx="4800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9b7fc2ec4ed9de152f42bf6f58f9127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874" y="2484418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80244" y="2463971"/>
            <a:ext cx="8305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</a:p>
        </p:txBody>
      </p:sp>
      <p:pic>
        <p:nvPicPr>
          <p:cNvPr id="19" name="Picture 18" descr="p_6a1ec964f4197bbada66243ddd92ec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8881" y="3108636"/>
            <a:ext cx="896411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45293" y="3088189"/>
            <a:ext cx="135635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2335" y="3712406"/>
            <a:ext cx="496824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hypothesis.</a:t>
            </a:r>
          </a:p>
        </p:txBody>
      </p:sp>
      <p:pic>
        <p:nvPicPr>
          <p:cNvPr id="22" name="Picture 21" descr="p_a17668833d26c70ebe7ce4041f75f8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961" y="4238148"/>
            <a:ext cx="856270" cy="3154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3231" y="4203388"/>
            <a:ext cx="224790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72e1f0be431f4fa1c1bc8071365139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823" y="4238148"/>
            <a:ext cx="856270" cy="3154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08093" y="4203388"/>
            <a:ext cx="20802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were,</a:t>
            </a:r>
          </a:p>
        </p:txBody>
      </p:sp>
      <p:pic>
        <p:nvPicPr>
          <p:cNvPr id="26" name="Picture 25" descr="p_c8950bb696221fca707d79f544f31bc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2305" y="4783791"/>
            <a:ext cx="896411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08717" y="4763344"/>
            <a:ext cx="14478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287" y="5387562"/>
            <a:ext cx="49758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hypothesis:</a:t>
            </a:r>
          </a:p>
        </p:txBody>
      </p:sp>
      <p:pic>
        <p:nvPicPr>
          <p:cNvPr id="29" name="Picture 28" descr="p_a9951a8b9c412d6e1e15ff27e5404b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6033" y="5873591"/>
            <a:ext cx="2187244" cy="4206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63278" y="5853144"/>
            <a:ext cx="14249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8609"/>
            <a:ext cx="5074920" cy="4843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514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661f7584fe75827b46bc5ec903fd7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87898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f935d7285964d6c274eceac93516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786" y="270530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20973" y="2528887"/>
            <a:ext cx="876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1455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1fc537e9fae8c9fc7f331089a1501b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367" y="3579704"/>
            <a:ext cx="681952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7320" y="3403282"/>
            <a:ext cx="43357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taken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4277677"/>
            <a:ext cx="3345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third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6" name="Picture 15" descr="p_e35673b5bb10939cf6399818d447cc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7176" y="4454099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2362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8609"/>
            <a:ext cx="5074920" cy="4843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00728" y="1516925"/>
            <a:ext cx="135635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661f7584fe75827b46bc5ec903fd7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088" y="157568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32358" y="1516925"/>
            <a:ext cx="80772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1362" y="2179599"/>
            <a:ext cx="93725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399b2a64526bd9e2237c778f969bf3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442" y="2201555"/>
            <a:ext cx="2271369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52812" y="2179599"/>
            <a:ext cx="135635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5256" y="2842272"/>
            <a:ext cx="9067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7731edaaa5a5f28f9fd54c5b7e6a09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0952" y="2901033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87222" y="2842272"/>
            <a:ext cx="2209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383" y="3406397"/>
            <a:ext cx="9525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7d71fa523ec2e345a50758d160780d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655" y="3428354"/>
            <a:ext cx="2243328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50983" y="3406397"/>
            <a:ext cx="134111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19" name="Picture 18" descr="p_2a07227053bd8f632a214eba40e3dd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697" y="4091027"/>
            <a:ext cx="787835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4533" y="4069071"/>
            <a:ext cx="12725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</a:t>
            </a:r>
          </a:p>
        </p:txBody>
      </p:sp>
      <p:pic>
        <p:nvPicPr>
          <p:cNvPr id="21" name="Picture 20" descr="p_a17729b6004f4bc85a46022c8105d37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9336" y="4628230"/>
            <a:ext cx="954749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14086" y="4606273"/>
            <a:ext cx="12573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IX)</a:t>
            </a:r>
          </a:p>
        </p:txBody>
      </p:sp>
      <p:pic>
        <p:nvPicPr>
          <p:cNvPr id="23" name="Picture 22" descr="p_ab90eedbcf766d3d8b31796350ca968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1643" y="5165432"/>
            <a:ext cx="3077736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99379" y="5143475"/>
            <a:ext cx="14478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6091" y="5680677"/>
            <a:ext cx="7239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10f5c2cbb13222fa2fe7abf7155cce3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5483" y="5702634"/>
            <a:ext cx="3077736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43219" y="5680677"/>
            <a:ext cx="14249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65760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([middle]D)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528887"/>
            <a:ext cx="1455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0975a0ffaca2559358a6a26bfcb125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367" y="2705309"/>
            <a:ext cx="353498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8866" y="2528887"/>
            <a:ext cx="50215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403282"/>
            <a:ext cx="4030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77319e1f18f72fab2941bf1d367d6a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816" y="3579704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01002" y="3403282"/>
            <a:ext cx="12877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4277677"/>
            <a:ext cx="67665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5152072"/>
            <a:ext cx="7139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contain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5226" y="1274184"/>
            <a:ext cx="11582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0e09db2e2d82919c4149ea4d9ba1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90" y="1302899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19444" y="1274184"/>
            <a:ext cx="20573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10" name="Picture 9" descr="p_7353df84a80b2d775b643c570df3f4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184" y="1753647"/>
            <a:ext cx="2494670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71854" y="1736756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I.20),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1114" y="2252414"/>
            <a:ext cx="6248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add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914dbb5eb2cd93ab30ab78ef0eb46e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258" y="2281129"/>
            <a:ext cx="707353" cy="2606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8612" y="2252414"/>
            <a:ext cx="10744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each,</a:t>
            </a:r>
          </a:p>
        </p:txBody>
      </p:sp>
      <p:pic>
        <p:nvPicPr>
          <p:cNvPr id="15" name="Picture 14" descr="p_37b98b5f6fd2b82ea96c3d64fd8593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240" y="2731877"/>
            <a:ext cx="3305438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68678" y="2714986"/>
            <a:ext cx="10591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6343" y="3161518"/>
            <a:ext cx="48082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18" name="Picture 17" descr="p_cd0e23528f36ad46c66941b931b4b6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4616" y="3640982"/>
            <a:ext cx="3305438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0054" y="3624091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0" name="Picture 19" descr="p_798ad79106a435cb55d64088127bd0e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487" y="4156640"/>
            <a:ext cx="3313696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4183" y="4139749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7487" y="4655407"/>
            <a:ext cx="288036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was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proved.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4309" y="5048853"/>
            <a:ext cx="8991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Again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86a5bce3f77c0d7ee586c3b9d7f0e97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3909" y="5065744"/>
            <a:ext cx="650820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54729" y="5048853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I.16),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8745" y="5564511"/>
            <a:ext cx="11277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dc2300bb98bcc6849aa1436eb7bba2e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1225" y="5581402"/>
            <a:ext cx="739067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90293" y="5564511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I.16),</a:t>
            </a:r>
          </a:p>
        </p:txBody>
      </p:sp>
      <p:pic>
        <p:nvPicPr>
          <p:cNvPr id="29" name="Picture 28" descr="p_c31650e432ad1fa1ca55552267f5ce2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4100" y="6027934"/>
            <a:ext cx="821798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65899" y="6011043"/>
            <a:ext cx="12115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39822"/>
            <a:ext cx="5074920" cy="4801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8481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three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3154b23f3a760b634065e00d418b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512" y="2224906"/>
            <a:ext cx="884018" cy="4937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33530" y="2091690"/>
            <a:ext cx="20116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sum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5532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third,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6530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whose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4714875"/>
            <a:ext cx="5935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39822"/>
            <a:ext cx="5074920" cy="4801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5058" y="1537087"/>
            <a:ext cx="1303019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Assume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cf97d16fd27f698813c11645d3dbcf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746" y="1565356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99116" y="1537087"/>
            <a:ext cx="1356359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I.3).</a:t>
            </a:r>
          </a:p>
        </p:txBody>
      </p:sp>
      <p:pic>
        <p:nvPicPr>
          <p:cNvPr id="10" name="Picture 9" descr="p_b7cb37367c327ddb2d2ab0352c220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759" y="2120810"/>
            <a:ext cx="4700016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4655" y="2647995"/>
            <a:ext cx="92202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d41a7a15202ff84f8eb794768cb646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543" y="2742051"/>
            <a:ext cx="856270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8813" y="2647995"/>
            <a:ext cx="792479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89a2e7abffc05bc52015b3f2978a86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069" y="2742051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09339" y="2647995"/>
            <a:ext cx="249936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radii,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4ffda8648eaa8aee5d96e2ad3eea82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9099" y="2704891"/>
            <a:ext cx="525780" cy="5257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92821" y="3232195"/>
            <a:ext cx="72390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5169ed4f0f2c48f30f9333a29eb40b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2213" y="3289091"/>
            <a:ext cx="525780" cy="5257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87993" y="3232195"/>
            <a:ext cx="162306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93" y="3870456"/>
            <a:ext cx="9067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5d6ff93eafd8516cf4b75c19729122c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0689" y="3935530"/>
            <a:ext cx="856270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96959" y="3870456"/>
            <a:ext cx="792479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35296497c5f887badb5f8d74a68b5f3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1215" y="3935530"/>
            <a:ext cx="856270" cy="3154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77485" y="3870456"/>
            <a:ext cx="2209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1804" y="4558600"/>
            <a:ext cx="14020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eaed39c3efb5fb3a4aea8afe36093bc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3740" y="4623674"/>
            <a:ext cx="376134" cy="3154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49875" y="4558600"/>
            <a:ext cx="34594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required.</a:t>
            </a:r>
          </a:p>
        </p:txBody>
      </p:sp>
      <p:pic>
        <p:nvPicPr>
          <p:cNvPr id="28" name="Picture 27" descr="p_66bbcd1446e7da005e7f300556d8875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5169354"/>
            <a:ext cx="7781544" cy="4206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30615" y="5642479"/>
            <a:ext cx="127254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95" y="1225296"/>
            <a:ext cx="46037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7010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(F)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a5b19e2ead1a7559abaf5b3b7c9549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3579704"/>
            <a:ext cx="1005186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95674" y="3403282"/>
            <a:ext cx="48310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3893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7631e1e2a691bf09eb816e35b185bf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088" y="4454099"/>
            <a:ext cx="520040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6128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95" y="1225296"/>
            <a:ext cx="46037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2904" y="1372566"/>
            <a:ext cx="990599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df9010a9e8b3729c83ac5d2fdc7a0e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56" y="1513359"/>
            <a:ext cx="881454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7110" y="1372566"/>
            <a:ext cx="486156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8071" y="2090301"/>
            <a:ext cx="26289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1683" y="2858837"/>
            <a:ext cx="162306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cb9353600612d37035db206956acbe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403" y="2999630"/>
            <a:ext cx="448935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79339" y="2858837"/>
            <a:ext cx="14478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9246" y="3827780"/>
            <a:ext cx="112014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d51b704810004596d1c291e117f86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629" y="3931768"/>
            <a:ext cx="2271369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16999" y="3827780"/>
            <a:ext cx="28956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9ebd88bfdafdeb08edb1ed68f6e31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919" y="3931768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80858" y="4796722"/>
            <a:ext cx="7239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be9a813fd5b669981d206ee3227361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250" y="4900711"/>
            <a:ext cx="2271369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21620" y="4796722"/>
            <a:ext cx="22098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7653" y="5590658"/>
            <a:ext cx="95250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2e6722f71ba09d17b24df9281dcbc90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9925" y="5694647"/>
            <a:ext cx="1163428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23353" y="5590658"/>
            <a:ext cx="2560320" cy="71773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I.8).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377" y="1225296"/>
            <a:ext cx="325000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68275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928489"/>
            <a:ext cx="70713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474772"/>
            <a:ext cx="274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1c07adae1e6cfaa4f874a316f8591c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536355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95674" y="2474772"/>
            <a:ext cx="655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887f70d30cc4dc97cc426ded794d95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202" y="2536355"/>
            <a:ext cx="1034751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4954" y="2474772"/>
            <a:ext cx="9220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299d6fc3b9e9cba0fd81a6862e1b3b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842" y="2536355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78028" y="2474772"/>
            <a:ext cx="57150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pic>
        <p:nvPicPr>
          <p:cNvPr id="16" name="Picture 15" descr="p_9375e8c0d73d5497112ded08c4355c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3082638"/>
            <a:ext cx="1034751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15511" y="3021055"/>
            <a:ext cx="45186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8" name="Picture 17" descr="p_a0a7f5ba38049264bee90d7cd2615b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0711" y="3082638"/>
            <a:ext cx="411479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32191" y="3021055"/>
            <a:ext cx="274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567338"/>
            <a:ext cx="6370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contained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4113621"/>
            <a:ext cx="26898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2" name="Picture 21" descr="p_33d80e4e297a496e58c67eba146f39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2920" y="4175204"/>
            <a:ext cx="340940" cy="3703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63860" y="4113621"/>
            <a:ext cx="1912619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4" name="Picture 23" descr="p_8c936becea89bcf8d0bfa429aeaa0a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4228" y="4175204"/>
            <a:ext cx="1005186" cy="370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89415" y="4113621"/>
            <a:ext cx="274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4659904"/>
            <a:ext cx="647700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5206187"/>
            <a:ext cx="3627119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8" name="Picture 27" descr="p_ba05fa7efd198059c334554c5769c3a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2728" y="5267770"/>
            <a:ext cx="1034751" cy="3703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7479" y="5206187"/>
            <a:ext cx="16992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5752470"/>
            <a:ext cx="42519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377" y="1225296"/>
            <a:ext cx="325000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1287" y="1237202"/>
            <a:ext cx="9143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590827efcc440d1f7897c3530ff49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079" y="1255871"/>
            <a:ext cx="694944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28023" y="1237202"/>
            <a:ext cx="14249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I.23),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0326" y="1807140"/>
            <a:ext cx="67818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7d44afd0c6bb62fa71816ce6b2d88e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142" y="1825809"/>
            <a:ext cx="2073859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87001" y="1807140"/>
            <a:ext cx="12649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I.3),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8219" y="2377078"/>
            <a:ext cx="83820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c235c9b1f24c2017e1931be07130f6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051" y="2408815"/>
            <a:ext cx="781812" cy="2880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90863" y="2377078"/>
            <a:ext cx="74676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b76902d98a52edde2ffc574b4cbdd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543" y="2408815"/>
            <a:ext cx="781812" cy="2880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60355" y="2377078"/>
            <a:ext cx="21336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18" name="Picture 17" descr="p_0307dc8c56d0885032d209f7b4c126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423" y="2850661"/>
            <a:ext cx="2048255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42679" y="2831992"/>
            <a:ext cx="255270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I,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hyp.,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const.)</a:t>
            </a:r>
          </a:p>
        </p:txBody>
      </p:sp>
      <p:pic>
        <p:nvPicPr>
          <p:cNvPr id="20" name="Picture 19" descr="p_2d28b85dd055bc43ce01dd29ff1413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351" y="3420598"/>
            <a:ext cx="851584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89935" y="3401929"/>
            <a:ext cx="11887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1639" y="3971867"/>
            <a:ext cx="6553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ddb8394404b64c9a99840318d1bb63f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6167" y="3990536"/>
            <a:ext cx="81076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6935" y="3971867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671" y="4541805"/>
            <a:ext cx="67818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577dafc5743d927bd68ed4fcc91c30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9487" y="4560474"/>
            <a:ext cx="1042415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91903" y="4541805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8" name="Picture 27" descr="p_eb25ba212a7901dbc9eb0e72fe7d119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1610" y="5048662"/>
            <a:ext cx="1997049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98660" y="5029993"/>
            <a:ext cx="13487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I.19)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9950" y="5518181"/>
            <a:ext cx="6553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a48583085767c1da2377872cbacaa3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4478" y="5536850"/>
            <a:ext cx="2073859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708337" y="5518181"/>
            <a:ext cx="11887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pic>
        <p:nvPicPr>
          <p:cNvPr id="33" name="Picture 32" descr="p_18a8e4bba018b49c9b42a9a20f783f9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0754" y="6025038"/>
            <a:ext cx="1997049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07804" y="6006369"/>
            <a:ext cx="132588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40" y="1225296"/>
            <a:ext cx="2496878" cy="5230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52654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8fa2b4721c32c7df3502f5b39cb57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368" y="14676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59" y="1996775"/>
            <a:ext cx="83820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86542591cb246f950b90069c1a904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591" y="2082257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6778" y="1996775"/>
            <a:ext cx="50139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611343"/>
            <a:ext cx="227838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3e7b432a651e42f659502ca0b04b22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736" y="2696826"/>
            <a:ext cx="1034751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28487" y="2611343"/>
            <a:ext cx="9220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69bce15299d08b000c867d3a75ff2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6375" y="2696826"/>
            <a:ext cx="1034751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91126" y="2611343"/>
            <a:ext cx="1363979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225911"/>
            <a:ext cx="662940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unequal,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3840480"/>
            <a:ext cx="515874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subtended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9" name="Picture 18" descr="p_cb8757607f3c859119f1dbb3d8fb42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024" y="3925962"/>
            <a:ext cx="1005186" cy="370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03210" y="3840480"/>
            <a:ext cx="75438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4455048"/>
            <a:ext cx="64236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5069616"/>
            <a:ext cx="458724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subtended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3" name="Picture 22" descr="p_36d3dab185a6af51c186b15784acaa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0824" y="5155099"/>
            <a:ext cx="1034751" cy="3703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75575" y="5069616"/>
            <a:ext cx="1363979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5684184"/>
            <a:ext cx="1120139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40" y="1225296"/>
            <a:ext cx="2496878" cy="5230367"/>
          </a:xfrm>
          <a:prstGeom prst="rect">
            <a:avLst/>
          </a:prstGeom>
        </p:spPr>
      </p:pic>
      <p:pic>
        <p:nvPicPr>
          <p:cNvPr id="7" name="Picture 6" descr="p_86b1380a7ac1d476ce84d43c3958af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787" y="1317656"/>
            <a:ext cx="1321961" cy="420623"/>
          </a:xfrm>
          <a:prstGeom prst="rect">
            <a:avLst/>
          </a:prstGeom>
        </p:spPr>
      </p:pic>
      <p:pic>
        <p:nvPicPr>
          <p:cNvPr id="8" name="Picture 7" descr="p_0ea4b83bb77378da33f93524975b5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886" y="1872900"/>
            <a:ext cx="380564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5451" y="1852453"/>
            <a:ext cx="22021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4ebbaf91d8ad67e8eafd0850934101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467" y="1872900"/>
            <a:ext cx="347181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12603" y="2476671"/>
            <a:ext cx="9296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cb499943c13cd1a91d59f3342a793b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587" y="2497118"/>
            <a:ext cx="721069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7657" y="2476671"/>
            <a:ext cx="8991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3d66e16d8ae07921b333715f6aecd6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257" y="2497118"/>
            <a:ext cx="2271369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48627" y="2476671"/>
            <a:ext cx="12725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2335" y="3100889"/>
            <a:ext cx="496824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hypothesis;</a:t>
            </a:r>
          </a:p>
        </p:txBody>
      </p:sp>
      <p:pic>
        <p:nvPicPr>
          <p:cNvPr id="17" name="Picture 16" descr="p_0ea4b83bb77378da33f93524975b5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598" y="3586918"/>
            <a:ext cx="380564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57163" y="3566471"/>
            <a:ext cx="2247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4ebbaf91d8ad67e8eafd0850934101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755" y="3586918"/>
            <a:ext cx="347181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07240" y="4190688"/>
            <a:ext cx="9296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102e4855ff53ec30021a690e2b8e76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224" y="4211135"/>
            <a:ext cx="721069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75319" y="4814906"/>
            <a:ext cx="8305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bfb2c92f5cb096cf3d54b22bf5262b9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0055" y="4835353"/>
            <a:ext cx="2148592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78648" y="4814906"/>
            <a:ext cx="153161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I.24),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4591" y="5439124"/>
            <a:ext cx="556260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hypothesis:</a:t>
            </a:r>
          </a:p>
        </p:txBody>
      </p:sp>
      <p:pic>
        <p:nvPicPr>
          <p:cNvPr id="26" name="Picture 25" descr="p_2404546b7819388e3c51992e32f4a6f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2355" y="5925153"/>
            <a:ext cx="854601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96956" y="5904706"/>
            <a:ext cx="14249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64" y="1225295"/>
            <a:ext cx="3066831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19926"/>
            <a:ext cx="70485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111512"/>
            <a:ext cx="63246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803099"/>
            <a:ext cx="1242059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f7d9b5b4cc26355e30da496e15b0b0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2872333"/>
            <a:ext cx="1234439" cy="493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9120" y="2803099"/>
            <a:ext cx="92202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9063e5b6e585b3cbc4b77e61301851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008" y="2872333"/>
            <a:ext cx="1035336" cy="493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62344" y="2803099"/>
            <a:ext cx="204216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494686"/>
            <a:ext cx="626364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4186273"/>
            <a:ext cx="67437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similarly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placed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respect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4877860"/>
            <a:ext cx="676656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remaining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569447"/>
            <a:ext cx="56007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 — Case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64" y="1225295"/>
            <a:ext cx="3066831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56461"/>
            <a:ext cx="78486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222222"/>
                </a:solidFill>
                <a:latin typeface="EB Garamond"/>
              </a:rPr>
              <a:t>Case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1">
                <a:solidFill>
                  <a:srgbClr val="222222"/>
                </a:solidFill>
                <a:latin typeface="EB Garamond"/>
              </a:rPr>
              <a:t>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745996"/>
            <a:ext cx="51816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ffbc81185c9f7a71a458170b063322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770176"/>
            <a:ext cx="59566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1226" y="1745996"/>
            <a:ext cx="601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be9185aa17c7cccb0d021ce7a2a1dc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082" y="1770176"/>
            <a:ext cx="613185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66268" y="1745996"/>
            <a:ext cx="439674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equal,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034540"/>
            <a:ext cx="62484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d22f1f5f7f55d4d0a9f155e11b03d7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904" y="2048764"/>
            <a:ext cx="1580083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50987" y="2034540"/>
            <a:ext cx="1981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418588"/>
            <a:ext cx="3649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possible,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014d6561541ff69703c0be00b4fc6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1016" y="2442768"/>
            <a:ext cx="613185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201" y="2418588"/>
            <a:ext cx="1744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greater;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make</a:t>
            </a:r>
          </a:p>
        </p:txBody>
      </p:sp>
      <p:pic>
        <p:nvPicPr>
          <p:cNvPr id="19" name="Picture 18" descr="p_ee63ce4d30c1838b0d567988651e02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2721356"/>
            <a:ext cx="1580083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60843" y="2707132"/>
            <a:ext cx="79248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e456d4bea69a23f7362d9ce51a9926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5099" y="2746959"/>
            <a:ext cx="613185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98285" y="2707132"/>
            <a:ext cx="1981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091180"/>
            <a:ext cx="40386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3773d88d7851c7276b94915134ac413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3115360"/>
            <a:ext cx="225231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19351" y="3091180"/>
            <a:ext cx="601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3b1d753ba8652829b190948a2b51395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1207" y="3115360"/>
            <a:ext cx="262682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53889" y="3091180"/>
            <a:ext cx="95250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have</a:t>
            </a:r>
          </a:p>
        </p:txBody>
      </p:sp>
      <p:pic>
        <p:nvPicPr>
          <p:cNvPr id="28" name="Picture 27" descr="p_ee63ce4d30c1838b0d567988651e02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3494938"/>
            <a:ext cx="1580083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60843" y="3480714"/>
            <a:ext cx="25146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f7d9b5b4cc26355e30da496e15b0b0e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2283" y="3494938"/>
            <a:ext cx="731519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83803" y="3480714"/>
            <a:ext cx="25146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135846aa96e5b840097eed1e5e74b2a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5243" y="3494938"/>
            <a:ext cx="1580083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55326" y="3480714"/>
            <a:ext cx="1981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4" name="Picture 33" descr="p_4c34290dc5a49542311d4c96c40ce9c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59" y="3929176"/>
            <a:ext cx="703203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83963" y="3914952"/>
            <a:ext cx="937259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59" y="4349191"/>
            <a:ext cx="53340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9063e5b6e585b3cbc4b77e61301851f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7751" y="4363415"/>
            <a:ext cx="613532" cy="2926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11284" y="4349191"/>
            <a:ext cx="7696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4783429"/>
            <a:ext cx="147828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0" name="Picture 39" descr="p_b55cd41d2eebc7028b2a34dc6070528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53656" y="4797653"/>
            <a:ext cx="613532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767188" y="4783429"/>
            <a:ext cx="181356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absurd;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59" y="5217667"/>
            <a:ext cx="262890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neither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3" name="Picture 42" descr="p_bae09b1b8c7efa8e78e77f0b4307ccb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4152" y="5241848"/>
            <a:ext cx="595666" cy="21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69818" y="5217667"/>
            <a:ext cx="601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5" name="Picture 44" descr="p_014d6561541ff69703c0be00b4fc6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674" y="5241848"/>
            <a:ext cx="613185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654860" y="5217667"/>
            <a:ext cx="2506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other;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5607202"/>
            <a:ext cx="54864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8" name="Picture 47" descr="p_620058152506ed536a982614195b75b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9944" y="5621426"/>
            <a:ext cx="322619" cy="2926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32563" y="5607202"/>
            <a:ext cx="1577339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equal;</a:t>
            </a:r>
          </a:p>
        </p:txBody>
      </p:sp>
      <p:pic>
        <p:nvPicPr>
          <p:cNvPr id="50" name="Picture 49" descr="p_9592e5982b68244687a526535717348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0759" y="6005474"/>
            <a:ext cx="1560576" cy="29260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641335" y="5991250"/>
            <a:ext cx="66294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52" name="Picture 51" descr="p_35e5b01b0c69165b83f67f4bb2a8b80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61959" y="6005474"/>
            <a:ext cx="548059" cy="2926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0019" y="5991250"/>
            <a:ext cx="998219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I.4).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 — Case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6_c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64" y="1225295"/>
            <a:ext cx="3066831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263573"/>
            <a:ext cx="94487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1">
                <a:solidFill>
                  <a:srgbClr val="222222"/>
                </a:solidFill>
                <a:latin typeface="EB Garamond"/>
              </a:rPr>
              <a:t>Case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1">
                <a:solidFill>
                  <a:srgbClr val="222222"/>
                </a:solidFill>
                <a:latin typeface="EB Garamond"/>
              </a:rPr>
              <a:t>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701800"/>
            <a:ext cx="124205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Again,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ee63ce4d30c1838b0d567988651e0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1717802"/>
            <a:ext cx="1777593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42273" y="1701800"/>
            <a:ext cx="32308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076704"/>
            <a:ext cx="8458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757449980a22088660becd53a75de9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092706"/>
            <a:ext cx="417810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65498" y="2076704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757449980a22088660becd53a75de9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026" y="2092706"/>
            <a:ext cx="417810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97836" y="2076704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502408"/>
            <a:ext cx="222504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possible,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4695e8ef6eee35ab4b81af0fe7c2d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063" y="2518410"/>
            <a:ext cx="1681507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32571" y="2502408"/>
            <a:ext cx="12496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take</a:t>
            </a:r>
          </a:p>
        </p:txBody>
      </p:sp>
      <p:pic>
        <p:nvPicPr>
          <p:cNvPr id="19" name="Picture 18" descr="p_2b79aa75d0885ed5c55944ceaf6ed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2893314"/>
            <a:ext cx="1777593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58353" y="2877312"/>
            <a:ext cx="86106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e456d4bea69a23f7362d9ce51a9926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7473" y="2922117"/>
            <a:ext cx="689834" cy="2468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27307" y="2877312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303016"/>
            <a:ext cx="10591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d80e197c1b3bda51ce4a4581219119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8376" y="3347821"/>
            <a:ext cx="253385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71761" y="3303016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8f0c53d2371db1620d1a4045509bc0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289" y="3347821"/>
            <a:ext cx="221237" cy="246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07526" y="3303016"/>
            <a:ext cx="10820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ee63ce4d30c1838b0d567988651e0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430" y="3319018"/>
            <a:ext cx="1777593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241023" y="3303016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30" name="Picture 29" descr="p_135846aa96e5b840097eed1e5e74b2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3693922"/>
            <a:ext cx="1777593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58353" y="3677920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cad2eda9beef1b7ad03edbee0ddbfea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2881" y="3693922"/>
            <a:ext cx="69022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3106" y="3677920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34" name="Picture 33" descr="p_3d530107c6c917f2685730824792e84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4119626"/>
            <a:ext cx="831329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12089" y="4103624"/>
            <a:ext cx="1036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59" y="4592142"/>
            <a:ext cx="5791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b94f07fda1cfcade6b56eb241358141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4328" y="4608144"/>
            <a:ext cx="822959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257287" y="4592142"/>
            <a:ext cx="8534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39" name="Picture 38" descr="p_690e99c215b2ad328553ba6d670e8ca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0759" y="5033848"/>
            <a:ext cx="831329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12089" y="5017846"/>
            <a:ext cx="296417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absurd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I.16).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59" y="5443550"/>
            <a:ext cx="38709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Consequently,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neither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2" name="Picture 41" descr="p_ffbc81185c9f7a71a458170b0633223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7800" y="5470753"/>
            <a:ext cx="670124" cy="24688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737924" y="5443550"/>
            <a:ext cx="4800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4" name="Picture 43" descr="p_d8345e437cb429ab60de17a5d4da37e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12244" y="5470753"/>
            <a:ext cx="689834" cy="24688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702078" y="5443550"/>
            <a:ext cx="113538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greater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59" y="5768162"/>
            <a:ext cx="70332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follows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6092774"/>
            <a:ext cx="49377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all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respects.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966"/>
            <a:ext cx="5074920" cy="40230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2948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81f553e64ea5e628b772d7a0c41f7d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830914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5370" y="1654492"/>
            <a:ext cx="24155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528887"/>
            <a:ext cx="33832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604f6a9a2fd3e5308fca2c5e46c21a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2705309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82842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3e4454d92cb08c9112bf1d4fbc520b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730" y="2705309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15917" y="2528887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403282"/>
            <a:ext cx="6324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alternate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6" name="Picture 15" descr="p_6b31ec5a3822c7ef553f961c9b392a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0712" y="3579704"/>
            <a:ext cx="407365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59" y="4277677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30e4926df9bb23ef83f2363f6ede04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591" y="4454099"/>
            <a:ext cx="407365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957" y="4277677"/>
            <a:ext cx="320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9424038c246c20387aa8a77966323cf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5261" y="4454099"/>
            <a:ext cx="464384" cy="3703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59645" y="427767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cecb00fe86d273edc72b27c4a1b3273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7533" y="4454099"/>
            <a:ext cx="464384" cy="3703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51918" y="4277677"/>
            <a:ext cx="2979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5152072"/>
            <a:ext cx="4107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966"/>
            <a:ext cx="5074920" cy="40230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14025"/>
            <a:ext cx="48006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04f6a9a2fd3e5308fca2c5e46c21a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1513677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1350" y="1414025"/>
            <a:ext cx="255270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e4454d92cb08c9112bf1d4fbc520b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82" y="1513677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00052" y="1414025"/>
            <a:ext cx="22174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014211"/>
            <a:ext cx="2362199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produced.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665821"/>
            <a:ext cx="681990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possible,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those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266006"/>
            <a:ext cx="62941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meet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produced;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30e4926df9bb23ef83f2363f6ede04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328" y="3365657"/>
            <a:ext cx="347014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53342" y="3266006"/>
            <a:ext cx="411479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866192"/>
            <a:ext cx="18364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6b31ec5a3822c7ef553f961c9b392a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168" y="3965843"/>
            <a:ext cx="347014" cy="3154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87182" y="3866192"/>
            <a:ext cx="462534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I.16),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4466377"/>
            <a:ext cx="701040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(hyp.),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absurd: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5066563"/>
            <a:ext cx="69037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cannot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meet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side;</a:t>
            </a:r>
          </a:p>
        </p:txBody>
      </p:sp>
      <p:pic>
        <p:nvPicPr>
          <p:cNvPr id="22" name="Picture 21" descr="p_ebfe6cbcafc69d11211e592b5a1c319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5729595"/>
            <a:ext cx="463764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44524" y="5666748"/>
            <a:ext cx="3611879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6870"/>
            <a:ext cx="5074920" cy="4547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07698"/>
            <a:ext cx="294894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ed75568a23930e6d7ef52d0606e004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466347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5370" y="1407698"/>
            <a:ext cx="2385059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cutting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945599"/>
            <a:ext cx="3383279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54a55c38cbbb87f523c4eda074ce4b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2004248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82842" y="1945599"/>
            <a:ext cx="922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04a9a607d3db44d2d584ead8d3c22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730" y="2004248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15917" y="1945599"/>
            <a:ext cx="37338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483500"/>
            <a:ext cx="650748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021401"/>
            <a:ext cx="697230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559301"/>
            <a:ext cx="352044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cutting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(namely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1e7994bf97b8bf85090e8a74d71c5c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3583304"/>
            <a:ext cx="1035336" cy="4937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22720" y="3559301"/>
            <a:ext cx="66294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a3861023b32bd89510278d1063a3c8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344" y="3583304"/>
            <a:ext cx="1120793" cy="4937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64137" y="3559301"/>
            <a:ext cx="37338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4121657"/>
            <a:ext cx="704850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4659558"/>
            <a:ext cx="1874519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4" name="Picture 23" descr="p_c2c7b048fbf62d4ca3fcfc058b8e52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4718207"/>
            <a:ext cx="423236" cy="370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93884" y="4659558"/>
            <a:ext cx="922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b960b564ca2771096c24a3000a6924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1772" y="4718207"/>
            <a:ext cx="394224" cy="37033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15996" y="4659558"/>
            <a:ext cx="76200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1d210ab660054399296d1e5a80dc286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5868" y="4718207"/>
            <a:ext cx="394224" cy="3703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10093" y="4659558"/>
            <a:ext cx="922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68e7ab91dace844592234ed5640d339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7981" y="4718207"/>
            <a:ext cx="423236" cy="3703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861217" y="4659558"/>
            <a:ext cx="2743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197459"/>
            <a:ext cx="6637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735360"/>
            <a:ext cx="483108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6870"/>
            <a:ext cx="5074920" cy="4547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0838" y="1513673"/>
            <a:ext cx="122682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First,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1e7994bf97b8bf85090e8a74d71c5c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566" y="1559125"/>
            <a:ext cx="881953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24519" y="1513673"/>
            <a:ext cx="9829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85ccbf23e54e1c958665943f67b232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175" y="1559125"/>
            <a:ext cx="881953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83129" y="1513673"/>
            <a:ext cx="153161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I.15),</a:t>
            </a:r>
          </a:p>
        </p:txBody>
      </p:sp>
      <p:pic>
        <p:nvPicPr>
          <p:cNvPr id="12" name="Picture 11" descr="p_db7a8f6922dedf27352a6cd792e331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008" y="2313600"/>
            <a:ext cx="1010854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76862" y="2268149"/>
            <a:ext cx="20573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036481fb40cd183430366e64cdcf43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726" y="2313600"/>
            <a:ext cx="1856231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87958" y="2268149"/>
            <a:ext cx="153161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7358" y="2899311"/>
            <a:ext cx="184404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Secondly,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f5dfd6d1105929b009a11cb8a1ede7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862" y="2944762"/>
            <a:ext cx="1522258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95120" y="2899311"/>
            <a:ext cx="2209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8486" y="3653787"/>
            <a:ext cx="8305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c4dba2647ca3ee033fcce320569462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3222" y="3699238"/>
            <a:ext cx="1522258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65480" y="3653787"/>
            <a:ext cx="153161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I.13),</a:t>
            </a:r>
          </a:p>
        </p:txBody>
      </p:sp>
      <p:pic>
        <p:nvPicPr>
          <p:cNvPr id="22" name="Picture 21" descr="p_79d21a45737824d1181a5925065ff2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5009" y="4453713"/>
            <a:ext cx="1909499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94509" y="4408262"/>
            <a:ext cx="12496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</a:t>
            </a:r>
          </a:p>
        </p:txBody>
      </p:sp>
      <p:pic>
        <p:nvPicPr>
          <p:cNvPr id="24" name="Picture 23" descr="p_db7a8f6922dedf27352a6cd792e331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340" y="5057983"/>
            <a:ext cx="1010854" cy="420623"/>
          </a:xfrm>
          <a:prstGeom prst="rect">
            <a:avLst/>
          </a:prstGeom>
        </p:spPr>
      </p:pic>
      <p:pic>
        <p:nvPicPr>
          <p:cNvPr id="25" name="Picture 24" descr="p_036481fb40cd183430366e64cdcf43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283" y="5662252"/>
            <a:ext cx="1856231" cy="42062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73515" y="5616801"/>
            <a:ext cx="27355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45" y="1225296"/>
            <a:ext cx="48544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26746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69ba3e114ff22df982474f0ac7e004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14676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15914" y="1382207"/>
            <a:ext cx="26365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falling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996775"/>
            <a:ext cx="36652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d7bdde7991412e0f70d987039b3772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08" y="2082257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8394" y="1996775"/>
            <a:ext cx="9220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180c4e0bb41c17ea51d9b8b0638d78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6282" y="2082257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59" y="2611343"/>
            <a:ext cx="673608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alternate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225911"/>
            <a:ext cx="69189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another;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840480"/>
            <a:ext cx="65760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4455048"/>
            <a:ext cx="64617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side;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5069616"/>
            <a:ext cx="611124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5684184"/>
            <a:ext cx="121920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45" y="1225296"/>
            <a:ext cx="48544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286256"/>
            <a:ext cx="3535679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alternate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0622f5a3c56ed5a02e31a4b3fbfce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576" y="1319504"/>
            <a:ext cx="321219" cy="301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20795" y="1286256"/>
            <a:ext cx="7696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6e0985eb46ed265bf8ded2cfbfd149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763" y="1319504"/>
            <a:ext cx="321219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47983" y="1286256"/>
            <a:ext cx="19050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equal,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683004"/>
            <a:ext cx="87630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f5c3dd3dae12d4b1f3eb2b1ec71a36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071" y="1737766"/>
            <a:ext cx="819041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1113" y="1683004"/>
            <a:ext cx="133350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making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f027b7b767596457285df7eb23c28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185" y="1702562"/>
            <a:ext cx="830629" cy="4023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78814" y="1683004"/>
            <a:ext cx="145542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I.23).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192020"/>
            <a:ext cx="15239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5e21397444de92164cc3d0dc33697a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0231" y="2211577"/>
            <a:ext cx="1600597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90829" y="2192020"/>
            <a:ext cx="320802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I.27)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therefore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650236"/>
            <a:ext cx="67513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intersect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046984"/>
            <a:ext cx="63627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impossible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XII).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3494531"/>
            <a:ext cx="10744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00622f5a3c56ed5a02e31a4b3fbfce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7" y="3527780"/>
            <a:ext cx="321219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51787" y="3494531"/>
            <a:ext cx="7696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6e0985eb46ed265bf8ded2cfbfd149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755" y="3527780"/>
            <a:ext cx="321219" cy="3017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78975" y="3494531"/>
            <a:ext cx="43815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unequal,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is,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891280"/>
            <a:ext cx="100583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equal: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8ad0f2b1f7b76b6b31adebf57a0f78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3" y="3910838"/>
            <a:ext cx="843607" cy="40233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19311" y="3891280"/>
            <a:ext cx="15239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I.15);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820e706aa1570cbdc0f764f9c90231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8783" y="3910838"/>
            <a:ext cx="966904" cy="4023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95688" y="3891280"/>
            <a:ext cx="25755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4349496"/>
            <a:ext cx="71323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side: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if</a:t>
            </a:r>
          </a:p>
        </p:txBody>
      </p:sp>
      <p:pic>
        <p:nvPicPr>
          <p:cNvPr id="33" name="Picture 32" descr="p_f649fedc1d99c97ae4c3afc515540dd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4801006"/>
            <a:ext cx="340069" cy="3017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20829" y="4746244"/>
            <a:ext cx="32384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added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both,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2421ae47fe61ef90b19b2dad1790037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1901" y="4765802"/>
            <a:ext cx="1290099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92000" y="4746244"/>
            <a:ext cx="145542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I.13).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59" y="5204460"/>
            <a:ext cx="70866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say,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59" y="5601208"/>
            <a:ext cx="707136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cutting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angles.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5997956"/>
            <a:ext cx="4724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2841"/>
            <a:ext cx="5074920" cy="48952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4764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1e4fb3405dec791935026c9ac2f07b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232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7418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efa83973f8530a7aee8d7b4fb5311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5306" y="270530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90493" y="2528887"/>
            <a:ext cx="1371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6027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1681253b84f027b0d77bb128d7ff27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4454099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5946" y="4277677"/>
            <a:ext cx="4777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2841"/>
            <a:ext cx="5074920" cy="48952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74352" y="2231966"/>
            <a:ext cx="662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11367689895e1ab5f8e0455257d6f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976" y="2382252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51246" y="2231966"/>
            <a:ext cx="14401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intersect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4abf5cb84ed58cf5e328a8a853e707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662" y="2345447"/>
            <a:ext cx="834463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28126" y="2231966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5785" y="3078653"/>
            <a:ext cx="10363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676d2676c56a0798352749ec3e1be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113" y="3192133"/>
            <a:ext cx="1383068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78181" y="3078653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I.29),</a:t>
            </a:r>
          </a:p>
        </p:txBody>
      </p:sp>
      <p:pic>
        <p:nvPicPr>
          <p:cNvPr id="15" name="Picture 14" descr="p_584aa4e1d47c303cae2bb66f3c280e9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640" y="4004876"/>
            <a:ext cx="1062253" cy="420623"/>
          </a:xfrm>
          <a:prstGeom prst="rect">
            <a:avLst/>
          </a:prstGeom>
        </p:spPr>
      </p:pic>
      <p:pic>
        <p:nvPicPr>
          <p:cNvPr id="16" name="Picture 15" descr="p_615561f3d301cac792365f50bb2215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283" y="4817618"/>
            <a:ext cx="1856231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3515" y="4704138"/>
            <a:ext cx="27355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I.28).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554"/>
            <a:ext cx="5074920" cy="4479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([middle][EB]E)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6126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4277677"/>
            <a:ext cx="2278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ebbc7d0364685ce585f640e83f2a0b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736" y="445409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98922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554"/>
            <a:ext cx="5074920" cy="4479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0360" y="2282142"/>
            <a:ext cx="99059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d21ac2ad10439b582605840d0092b8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112" y="2432427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9382" y="2282142"/>
            <a:ext cx="47244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[middle][EB]E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4720" y="3026997"/>
            <a:ext cx="40081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[middle][CF]F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ebbc7d0364685ce585f640e83f2a0b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488" y="3177282"/>
            <a:ext cx="85627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27758" y="3026997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1083" y="3840480"/>
            <a:ext cx="93725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629cf89e0c54901867812afbc1a672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163" y="3953960"/>
            <a:ext cx="1031719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62883" y="3840480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I.23),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355" y="4653962"/>
            <a:ext cx="8305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f44066546e064f26b8be4351434ad2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091" y="4767443"/>
            <a:ext cx="1673352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59443" y="4653962"/>
            <a:ext cx="27355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7" y="1225296"/>
            <a:ext cx="506554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2065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441dac33cb0effd0f1c6102fbbce26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047" y="15393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28234" y="1382207"/>
            <a:ext cx="28041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201631"/>
            <a:ext cx="4952999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produced,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665681e363320b0028fc17d6e7d6fa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3432" y="2358813"/>
            <a:ext cx="290975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24407" y="2201631"/>
            <a:ext cx="15697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021055"/>
            <a:ext cx="57607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sum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840480"/>
            <a:ext cx="28422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5" name="Picture 14" descr="p_e417c7b1ba9e7cbedf63e9b90c812c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839" y="3997662"/>
            <a:ext cx="400687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45527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893110a0890e74167c17907be41fa9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3415" y="3997662"/>
            <a:ext cx="470036" cy="3703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43451" y="3840480"/>
            <a:ext cx="1684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4659904"/>
            <a:ext cx="685800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three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taken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5479328"/>
            <a:ext cx="62407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7" y="1225296"/>
            <a:ext cx="506554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18935" y="1448856"/>
            <a:ext cx="630174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Through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[middle][AD,AE]A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</a:p>
        </p:txBody>
      </p:sp>
      <p:pic>
        <p:nvPicPr>
          <p:cNvPr id="8" name="Picture 7" descr="p_4bb039936e1f9da590fea43061f81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07" y="2280808"/>
            <a:ext cx="1673352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3659" y="2227661"/>
            <a:ext cx="1531619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9569" y="2852447"/>
            <a:ext cx="95250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c6ceb3a36b4e19137f58b9b6b88888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841" y="2905594"/>
            <a:ext cx="1722555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14397" y="2852447"/>
            <a:ext cx="1531619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I.29),</a:t>
            </a:r>
          </a:p>
        </p:txBody>
      </p:sp>
      <p:pic>
        <p:nvPicPr>
          <p:cNvPr id="13" name="Picture 12" descr="p_3fc29f28f125f2fe8dd712302932b6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715" y="3530381"/>
            <a:ext cx="1056567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83283" y="3477233"/>
            <a:ext cx="1211579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47" y="4102019"/>
            <a:ext cx="196596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</a:p>
        </p:txBody>
      </p:sp>
      <p:pic>
        <p:nvPicPr>
          <p:cNvPr id="16" name="Picture 15" descr="p_93e2acb764ff7b95af9bec1fa6dc5a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169" y="4933972"/>
            <a:ext cx="1255195" cy="420623"/>
          </a:xfrm>
          <a:prstGeom prst="rect">
            <a:avLst/>
          </a:prstGeom>
        </p:spPr>
      </p:pic>
      <p:pic>
        <p:nvPicPr>
          <p:cNvPr id="17" name="Picture 16" descr="p_b26933b78284a623b23412bf1481bf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286" y="5712777"/>
            <a:ext cx="878225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84512" y="5659630"/>
            <a:ext cx="273558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I.13).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24764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3b1a7704fcb90e0eb9b9cfcf52cd38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232" y="226811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7418" y="2091690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b4ee0c73ae0fe41156ab317ffeac1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5306" y="2268112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90493" y="2091690"/>
            <a:ext cx="1371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966085"/>
            <a:ext cx="68961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join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adjacent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840480"/>
            <a:ext cx="43662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77630c1ab2fab9bda9a549e58f7ef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401690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69226" y="3840480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6" name="Picture 15" descr="p_3658fc9b659d8297592ccab1974180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4891297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85946" y="4714875"/>
            <a:ext cx="5798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themselves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6784" y="1407686"/>
            <a:ext cx="99059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b32ef25839aa8c7f80a4ab17c6ef5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36" y="1541768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25806" y="1407686"/>
            <a:ext cx="195834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diagonal.</a:t>
            </a:r>
          </a:p>
        </p:txBody>
      </p:sp>
      <p:pic>
        <p:nvPicPr>
          <p:cNvPr id="10" name="Picture 9" descr="p_4a701cb8be2789e8c6d9f507cd7fd6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370" y="2280572"/>
            <a:ext cx="2271369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57740" y="2183295"/>
            <a:ext cx="104393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12" name="Picture 11" descr="p_c27ae8743fd793b18e9faaf5fe3854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7112" y="3226356"/>
            <a:ext cx="926798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23910" y="3129079"/>
            <a:ext cx="144780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208" y="4074863"/>
            <a:ext cx="72390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b32ef25839aa8c7f80a4ab17c6ef5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600" y="4208945"/>
            <a:ext cx="856270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13870" y="4074863"/>
            <a:ext cx="422148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triangles;</a:t>
            </a:r>
          </a:p>
        </p:txBody>
      </p:sp>
      <p:pic>
        <p:nvPicPr>
          <p:cNvPr id="17" name="Picture 16" descr="p_2b4da0fa605dbf8b553c547d061de4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864" y="4922066"/>
            <a:ext cx="2243328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39192" y="4824789"/>
            <a:ext cx="87629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bf7c4596a83a2a824f4bcd97ca6a44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0504" y="4922066"/>
            <a:ext cx="767805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98310" y="4824789"/>
            <a:ext cx="135635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2587" y="5574715"/>
            <a:ext cx="72390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3ac5aea1939b94efffd7705a7398d8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1979" y="5671992"/>
            <a:ext cx="1856231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08211" y="5574715"/>
            <a:ext cx="273558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073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6972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diagonal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b32ef25839aa8c7f80a4ab17c6ef5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4454099"/>
            <a:ext cx="1005186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5946" y="4277677"/>
            <a:ext cx="5273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divides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parts.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pic>
        <p:nvPicPr>
          <p:cNvPr id="7" name="Picture 6" descr="p_3e6ab083446525a6183dfe74a69c61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260" y="1501980"/>
            <a:ext cx="1728501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24762" y="1474387"/>
            <a:ext cx="14478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8208" y="2026521"/>
            <a:ext cx="7239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32ef25839aa8c7f80a4ab17c6ef55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600" y="2090919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13870" y="2026521"/>
            <a:ext cx="422148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pic>
        <p:nvPicPr>
          <p:cNvPr id="12" name="Picture 11" descr="p_e56037b389d0526e557182209ab174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721" y="2632585"/>
            <a:ext cx="3311579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16301" y="2604992"/>
            <a:ext cx="14478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2913" y="3157127"/>
            <a:ext cx="7239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489aab95b57e415f5d6115e0e787c3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305" y="3184720"/>
            <a:ext cx="974779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77085" y="3157127"/>
            <a:ext cx="1211579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6743" y="3709261"/>
            <a:ext cx="633222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031" y="4208724"/>
            <a:ext cx="608076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equal: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05735b1e44061985e2567e551dc5fa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911" y="4273122"/>
            <a:ext cx="293199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74111" y="4208724"/>
            <a:ext cx="7239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1" name="Picture 20" descr="p_68f857a543f2506d76eb8f9b909ae3b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847" y="4772584"/>
            <a:ext cx="293199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1047" y="4708186"/>
            <a:ext cx="653796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every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respect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diagonal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527" y="5207648"/>
            <a:ext cx="684276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divides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parts.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1303" y="5707110"/>
            <a:ext cx="84582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4242"/>
            <a:ext cx="5074920" cy="36524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103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6492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4277677"/>
            <a:ext cx="11201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4242"/>
            <a:ext cx="5074920" cy="36524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9911" y="1497119"/>
            <a:ext cx="3924300" cy="4635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account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parallels,</a:t>
            </a:r>
          </a:p>
        </p:txBody>
      </p:sp>
      <p:pic>
        <p:nvPicPr>
          <p:cNvPr id="8" name="Picture 7" descr="p_91b716eff3e1a5b1d86edffce35b77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584" y="2151795"/>
            <a:ext cx="30578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72454" y="2131348"/>
            <a:ext cx="22402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6151" y="2690569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e038d6e1b07d1c51eb07976cb14916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543" y="2711016"/>
            <a:ext cx="859535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95079" y="2690569"/>
            <a:ext cx="12725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I.8)</a:t>
            </a:r>
          </a:p>
        </p:txBody>
      </p:sp>
      <p:pic>
        <p:nvPicPr>
          <p:cNvPr id="13" name="Picture 12" descr="p_d1a00c4dec3cc586f32f7fa7a17ee8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175" y="3243511"/>
            <a:ext cx="1091183" cy="420623"/>
          </a:xfrm>
          <a:prstGeom prst="rect">
            <a:avLst/>
          </a:prstGeom>
        </p:spPr>
      </p:pic>
      <p:pic>
        <p:nvPicPr>
          <p:cNvPr id="14" name="Picture 13" descr="p_f6e98c728311a03bb653f90cb591d2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911" y="3893257"/>
            <a:ext cx="676655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9567" y="3872810"/>
            <a:ext cx="2209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2391" y="4522555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735f08d0dc32c092b72eb7949545a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783" y="4543002"/>
            <a:ext cx="975359" cy="420623"/>
          </a:xfrm>
          <a:prstGeom prst="rect">
            <a:avLst/>
          </a:prstGeom>
        </p:spPr>
      </p:pic>
      <p:pic>
        <p:nvPicPr>
          <p:cNvPr id="18" name="Picture 17" descr="p_e84ced695c70d34ef88c9fa4a34522a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335" y="5192748"/>
            <a:ext cx="749807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26143" y="5172301"/>
            <a:ext cx="2209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20" name="Picture 19" descr="p_d5322025ac233304466558429ab7c7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0639" y="5725243"/>
            <a:ext cx="1018031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78671" y="5704796"/>
            <a:ext cx="14249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2173"/>
            <a:ext cx="5074920" cy="3596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2720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9d00d57592e3edc1054144da7ca0d0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3142507"/>
            <a:ext cx="332762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80066" y="2966085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f139a419bb60da657e4f2b9df1c59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954" y="3142507"/>
            <a:ext cx="322027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29981" y="2966085"/>
            <a:ext cx="2781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840480"/>
            <a:ext cx="6835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2173"/>
            <a:ext cx="5074920" cy="3596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4993" y="1499166"/>
            <a:ext cx="990599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7a7cf1fb0cc51d82068d62cbe5c79b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745" y="159855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4015" y="1499166"/>
            <a:ext cx="792479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ddfb663b473fb64ce2bf3163735b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271" y="1598556"/>
            <a:ext cx="856270" cy="315468"/>
          </a:xfrm>
          <a:prstGeom prst="rect">
            <a:avLst/>
          </a:prstGeom>
        </p:spPr>
      </p:pic>
      <p:pic>
        <p:nvPicPr>
          <p:cNvPr id="11" name="Picture 10" descr="p_7e64c74e8d0a3308dfa250488b99e1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69" y="2381288"/>
            <a:ext cx="3389027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16697" y="2318703"/>
            <a:ext cx="22936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hyp.);</a:t>
            </a:r>
          </a:p>
        </p:txBody>
      </p:sp>
      <p:pic>
        <p:nvPicPr>
          <p:cNvPr id="13" name="Picture 12" descr="p_5cb07a5bede6297f038716ac95b191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43" y="3034018"/>
            <a:ext cx="2450591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76535" y="2971433"/>
            <a:ext cx="22098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15" name="Picture 14" descr="p_6ece5802628798fd4a5b12f479e8eb6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5215" y="3686749"/>
            <a:ext cx="2450591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85807" y="3624164"/>
            <a:ext cx="144780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761" y="4276894"/>
            <a:ext cx="2034539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895061cdd6d52d54e0f449b2a079188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665" y="4376284"/>
            <a:ext cx="388619" cy="3154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8285" y="4276894"/>
            <a:ext cx="26365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215" y="4929625"/>
            <a:ext cx="6934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8b84b7e466d18ee636677780814bfd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1223" y="4992210"/>
            <a:ext cx="1243584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4807" y="4929625"/>
            <a:ext cx="144780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I.35)</a:t>
            </a:r>
          </a:p>
        </p:txBody>
      </p:sp>
      <p:pic>
        <p:nvPicPr>
          <p:cNvPr id="23" name="Picture 22" descr="p_3826239f859bddbdd07dd3c13c69576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8511" y="5644940"/>
            <a:ext cx="847343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45855" y="5582355"/>
            <a:ext cx="22936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0203"/>
            <a:ext cx="5074920" cy="3820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17373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3aef38cc52e96561fe091bfab9744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705309"/>
            <a:ext cx="28982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50745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e3a728028ccff7b4ae417d0fc9d397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633" y="2705309"/>
            <a:ext cx="30592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84559" y="2528887"/>
            <a:ext cx="31622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b36d634cd3081d7052a32ab84f324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3579704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5946" y="3403282"/>
            <a:ext cx="58902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4277677"/>
            <a:ext cx="11201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0203"/>
            <a:ext cx="5074920" cy="3820552"/>
          </a:xfrm>
          <a:prstGeom prst="rect">
            <a:avLst/>
          </a:prstGeom>
        </p:spPr>
      </p:pic>
      <p:pic>
        <p:nvPicPr>
          <p:cNvPr id="7" name="Picture 6" descr="p_960c6da7bcf07b9026e81e55736739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855" y="1553664"/>
            <a:ext cx="3639312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80167" y="1474855"/>
            <a:ext cx="144780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5424" y="2173321"/>
            <a:ext cx="1356359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0cfd1452c15c3c2a69e84bc714e4b0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784" y="2288936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67054" y="2173321"/>
            <a:ext cx="22098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12" name="Picture 11" descr="p_97f98a1a0957128ca1c6fca51eb674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091" y="2987402"/>
            <a:ext cx="274320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7411" y="2871788"/>
            <a:ext cx="792479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f9bb95c94682e313ea69b99b07ee21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1667" y="2987402"/>
            <a:ext cx="338327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79995" y="2871788"/>
            <a:ext cx="557022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4135" y="3517582"/>
            <a:ext cx="706374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parallels,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3015" y="4163377"/>
            <a:ext cx="89154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I.35).</a:t>
            </a:r>
          </a:p>
        </p:txBody>
      </p:sp>
      <p:pic>
        <p:nvPicPr>
          <p:cNvPr id="18" name="Picture 17" descr="p_fb9a4e1155e339d8b0bf0c77454e68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5034" y="4940653"/>
            <a:ext cx="1990953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55988" y="4861843"/>
            <a:ext cx="144780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pic>
        <p:nvPicPr>
          <p:cNvPr id="20" name="Picture 19" descr="p_8b7a07c65fe01bc4392237399451155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463" y="5639120"/>
            <a:ext cx="786383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62847" y="5560310"/>
            <a:ext cx="142494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1278"/>
            <a:ext cx="5074920" cy="3358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18745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45bb4fda0c7d4dbc14b1a14911ea7d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3142507"/>
            <a:ext cx="317427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88075" y="2966085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f6cbd78266c5f06ea6ac22a94716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963" y="3142507"/>
            <a:ext cx="317427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33390" y="2966085"/>
            <a:ext cx="33832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840480"/>
            <a:ext cx="6035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1278"/>
            <a:ext cx="5074920" cy="3358402"/>
          </a:xfrm>
          <a:prstGeom prst="rect">
            <a:avLst/>
          </a:prstGeom>
        </p:spPr>
      </p:pic>
      <p:pic>
        <p:nvPicPr>
          <p:cNvPr id="7" name="Picture 6" descr="p_f5941c5674baaf81b17d73eaf879b3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07" y="1854503"/>
            <a:ext cx="3950208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35615" y="1741023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</a:t>
            </a:r>
          </a:p>
        </p:txBody>
      </p:sp>
      <p:pic>
        <p:nvPicPr>
          <p:cNvPr id="9" name="Picture 8" descr="p_b8d6e135a064fe6938c846c6d8110a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065" y="2657726"/>
            <a:ext cx="787835" cy="4206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20901" y="2544245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I.36);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7015" y="3347468"/>
            <a:ext cx="6934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1074de4511a4f439044012c59f8da1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023" y="3460949"/>
            <a:ext cx="1074927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86951" y="3347468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4853" y="4391859"/>
            <a:ext cx="7239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c5d1275aa36af1cc32501ff1eb6925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4245" y="4505340"/>
            <a:ext cx="1034868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79113" y="4391859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I.34),</a:t>
            </a:r>
          </a:p>
        </p:txBody>
      </p:sp>
      <p:pic>
        <p:nvPicPr>
          <p:cNvPr id="17" name="Picture 16" descr="p_f2673791c97740c5b4d9f2443cbc5c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5255" y="5308562"/>
            <a:ext cx="841247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96503" y="5195081"/>
            <a:ext cx="26593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VII).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2358"/>
            <a:ext cx="5074920" cy="5096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636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4b0b0c10741a2f2cb2570e030cd1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247" y="2705309"/>
            <a:ext cx="470262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50510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1115920f5ab78652dd6e6950f5a7aa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398" y="2705309"/>
            <a:ext cx="417358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95757" y="2528887"/>
            <a:ext cx="21640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10515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5e6f27d85cc6b3a17dbecb37c06d87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79" y="3579704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7466" y="3403282"/>
            <a:ext cx="4617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4277677"/>
            <a:ext cx="5067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2358"/>
            <a:ext cx="5074920" cy="5096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27100"/>
            <a:ext cx="42672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9de2d3ee564ead4761f385187bfac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408" y="1460899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19761" y="1427100"/>
            <a:ext cx="554736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joins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vertices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triangles,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not</a:t>
            </a:r>
          </a:p>
        </p:txBody>
      </p:sp>
      <p:pic>
        <p:nvPicPr>
          <p:cNvPr id="10" name="Picture 9" descr="p_6b5e44ef54a80aebfcec43743a318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1801162"/>
            <a:ext cx="838465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19225" y="1784271"/>
            <a:ext cx="906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c12b913ebdb365e75baf2a8cc57ac9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921" y="1801162"/>
            <a:ext cx="1382334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7255" y="1784271"/>
            <a:ext cx="23317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I.31),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0a495db1729bb7fec8a42f0219c2c7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903" y="1831566"/>
            <a:ext cx="707353" cy="2606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80257" y="1784271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231784"/>
            <a:ext cx="84582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244d60316e1ce6ef8252576666c18c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265582"/>
            <a:ext cx="707353" cy="2606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55041" y="2231784"/>
            <a:ext cx="205739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19" name="Picture 18" descr="p_a1fae3671611487057628c535a317d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2657626"/>
            <a:ext cx="1533409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14169" y="2640735"/>
            <a:ext cx="106679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1" name="Picture 20" descr="p_1b77c5d0bfd197f1ae91266b05e716d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3180781"/>
            <a:ext cx="704335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5095" y="3163890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I.37);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687044"/>
            <a:ext cx="6019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29edc6206140d79deaabd2f94811312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2616" y="3703935"/>
            <a:ext cx="827314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79930" y="3687044"/>
            <a:ext cx="9525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(hyp.);</a:t>
            </a:r>
          </a:p>
        </p:txBody>
      </p:sp>
      <p:pic>
        <p:nvPicPr>
          <p:cNvPr id="26" name="Picture 25" descr="p_ed31d49a8995624021e6d5d7417b0b1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151448"/>
            <a:ext cx="755986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36746" y="4134557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657711"/>
            <a:ext cx="491490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whole,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absurd.</a:t>
            </a:r>
          </a:p>
        </p:txBody>
      </p:sp>
      <p:pic>
        <p:nvPicPr>
          <p:cNvPr id="29" name="Picture 28" descr="p_d8f04be4d66c3c94411a909d1938d5f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5083554"/>
            <a:ext cx="1533409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14169" y="5066663"/>
            <a:ext cx="40081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462395"/>
            <a:ext cx="45796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demonstrated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except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9de2d3ee564ead4761f385187bfac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727" y="5509689"/>
            <a:ext cx="707353" cy="2606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342081" y="5462395"/>
            <a:ext cx="4343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6b5e44ef54a80aebfcec43743a318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825" y="5479286"/>
            <a:ext cx="838465" cy="3474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18290" y="5462395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6" name="Picture 35" descr="p_9ffb19d16ab87dcb2c71585b1282edc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59" y="5875018"/>
            <a:ext cx="1533409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14169" y="5858127"/>
            <a:ext cx="12115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4976"/>
            <a:ext cx="5074920" cy="43310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7736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844df9732517d5efa719ec00ea9fed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975" y="2705309"/>
            <a:ext cx="35181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1791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d0f119906ad0de210bde127c47ed0a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679" y="2705309"/>
            <a:ext cx="351815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1494" y="2528887"/>
            <a:ext cx="2781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71170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4277677"/>
            <a:ext cx="15392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4976"/>
            <a:ext cx="5074920" cy="43310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274597"/>
            <a:ext cx="41147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6044fa7896934fda5b19aef705ce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319403"/>
            <a:ext cx="670124" cy="246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70340" y="1274597"/>
            <a:ext cx="47320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joins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vertices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9f5c3106e0e59ed00b9a3ed4d1b22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228" y="1290599"/>
            <a:ext cx="794335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40563" y="1274597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763115"/>
            <a:ext cx="7391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cbcb0069bc65d35cd7c540902a8ede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343" y="1779117"/>
            <a:ext cx="1309579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1923" y="1763115"/>
            <a:ext cx="124205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I.31),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251633"/>
            <a:ext cx="106679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64c5c97f4939eb2de8e16de03d2b7a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472" y="2278837"/>
            <a:ext cx="670124" cy="246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94596" y="2251633"/>
            <a:ext cx="20573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689860"/>
            <a:ext cx="8077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9f1deb483f8538af80734bf04306e3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208" y="2717063"/>
            <a:ext cx="670124" cy="246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87332" y="2689860"/>
            <a:ext cx="20573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21" name="Picture 20" descr="p_08f23f26a085510b36657257da8ba5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3081274"/>
            <a:ext cx="1452703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33463" y="3065272"/>
            <a:ext cx="102869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3" name="Picture 22" descr="p_840d35f026ec10d2f617f96886614fd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3569792"/>
            <a:ext cx="558615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39375" y="3553790"/>
            <a:ext cx="11734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I.38)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4042308"/>
            <a:ext cx="5791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c1b563f3ad904518230bd19a632f61e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4328" y="4058310"/>
            <a:ext cx="614476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8804" y="4042308"/>
            <a:ext cx="8534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28" name="Picture 27" descr="p_0ed98b78aaccc5933b04854ea06868b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484014"/>
            <a:ext cx="658368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39127" y="4468012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956530"/>
            <a:ext cx="462534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whole,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absurd.</a:t>
            </a:r>
          </a:p>
        </p:txBody>
      </p:sp>
      <p:pic>
        <p:nvPicPr>
          <p:cNvPr id="31" name="Picture 30" descr="p_9b429c3c7fbef00c722f3e7d21dcaab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5347944"/>
            <a:ext cx="1452703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33463" y="5331942"/>
            <a:ext cx="53263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: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can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706846"/>
            <a:ext cx="279654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no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except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46044fa7896934fda5b19aef705ce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264" y="5751652"/>
            <a:ext cx="670124" cy="2468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78388" y="5706846"/>
            <a:ext cx="40386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6" name="Picture 35" descr="p_99f5c3106e0e59ed00b9a3ed4d1b22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748" y="5722848"/>
            <a:ext cx="794335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886083" y="5706846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: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8" name="Picture 37" descr="p_63ccc58423841ba60456ee22c443c4b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3619" y="5722848"/>
            <a:ext cx="1452703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36323" y="5706846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9" y="6081750"/>
            <a:ext cx="10363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7568"/>
            <a:ext cx="5074920" cy="3705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101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9a95ae4ca876346b32f332189ed98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104" y="2268112"/>
            <a:ext cx="440871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2975" y="2091690"/>
            <a:ext cx="24993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7217af9d7b370dd8e3161b0cb5f1f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735" y="2268112"/>
            <a:ext cx="393845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76580" y="2091690"/>
            <a:ext cx="701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966085"/>
            <a:ext cx="33909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343bd6760d269c0cc1e8cdce23369c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3752" y="3142507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8938" y="2966085"/>
            <a:ext cx="2301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840480"/>
            <a:ext cx="3025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8601d573a2a3e7557922d4a6ac00d2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144" y="4016902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6330" y="3840480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343bd6760d269c0cc1e8cdce23369c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218" y="4016902"/>
            <a:ext cx="1005186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29405" y="3840480"/>
            <a:ext cx="845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4714875"/>
            <a:ext cx="59283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double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7568"/>
            <a:ext cx="5074920" cy="3705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6784" y="2115077"/>
            <a:ext cx="99059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5e6c812e67ef10c79157ee37509ea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36" y="2265362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25806" y="2115077"/>
            <a:ext cx="19583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diagonal.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3677" y="2926028"/>
            <a:ext cx="9525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a1692b8a2abcd6030c856a0d3e7e9f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949" y="3039508"/>
            <a:ext cx="941396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57345" y="2926028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I.37)</a:t>
            </a:r>
          </a:p>
        </p:txBody>
      </p:sp>
      <p:pic>
        <p:nvPicPr>
          <p:cNvPr id="13" name="Picture 12" descr="p_5490853d00347ed8eb257057eed2b4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854" y="4123557"/>
            <a:ext cx="1335314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28168" y="4010076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pic>
        <p:nvPicPr>
          <p:cNvPr id="15" name="Picture 14" descr="p_002c353a8e356212030aadfa3b80ed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277" y="4934508"/>
            <a:ext cx="1408756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74033" y="4821027"/>
            <a:ext cx="1424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3111"/>
            <a:ext cx="5074920" cy="3654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24155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84b9022bdc3e89c1852582e0b6c0d3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464" y="3579704"/>
            <a:ext cx="428196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31660" y="3403282"/>
            <a:ext cx="3436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5554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0ccb38a3986ab9dbb45ce8413163ba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16" y="4454099"/>
            <a:ext cx="400687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5703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3111"/>
            <a:ext cx="5074920" cy="3654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89546" y="1503025"/>
            <a:ext cx="97536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fc1a7e20e30baf8bf8c74a7185de34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106" y="1556408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31476" y="1503025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1728" y="2287309"/>
            <a:ext cx="990599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3ef67fa67a83e659f39bbe95dee86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480" y="2377497"/>
            <a:ext cx="85627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750" y="2287309"/>
            <a:ext cx="22098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7025" y="2913924"/>
            <a:ext cx="97536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169e3b84983f37ba92d62e8188356a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585" y="2967307"/>
            <a:ext cx="896411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3997" y="2913924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I.23)</a:t>
            </a:r>
          </a:p>
        </p:txBody>
      </p:sp>
      <p:pic>
        <p:nvPicPr>
          <p:cNvPr id="16" name="Picture 15" descr="p_186e7d556a859620b3bdc8b1c58d19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855" y="3593922"/>
            <a:ext cx="3639312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80167" y="3540539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</a:t>
            </a:r>
          </a:p>
        </p:txBody>
      </p:sp>
      <p:pic>
        <p:nvPicPr>
          <p:cNvPr id="18" name="Picture 17" descr="p_bc2c5e44c8a11f9ef5c1d2903afd39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2153" y="4247271"/>
            <a:ext cx="1156715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38869" y="4193888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389" y="4978172"/>
            <a:ext cx="69342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e7827d6c498ea0cc96aa964460c527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8397" y="5031555"/>
            <a:ext cx="749236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7633" y="4978172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I.38)</a:t>
            </a:r>
          </a:p>
        </p:txBody>
      </p:sp>
      <p:pic>
        <p:nvPicPr>
          <p:cNvPr id="23" name="Picture 22" descr="p_b5ad6300e0c530553bc0ab32ef187d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7161" y="5658170"/>
            <a:ext cx="1044987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92149" y="5604787"/>
            <a:ext cx="142494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8623"/>
            <a:ext cx="5074920" cy="4423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31927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complements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eb26b011c2d43000fa175a77e4450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705309"/>
            <a:ext cx="49377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9032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f1203fc1e5b498733a7580a83292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705309"/>
            <a:ext cx="357413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04333" y="2528887"/>
            <a:ext cx="1226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58064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about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4277677"/>
            <a:ext cx="6179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diagonal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8623"/>
            <a:ext cx="5074920" cy="4423713"/>
          </a:xfrm>
          <a:prstGeom prst="rect">
            <a:avLst/>
          </a:prstGeom>
        </p:spPr>
      </p:pic>
      <p:pic>
        <p:nvPicPr>
          <p:cNvPr id="7" name="Picture 6" descr="p_e618cf9bd1fce03519e11cfb5d4b9f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708" y="2760816"/>
            <a:ext cx="751606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6315" y="2647335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4" y="3468052"/>
            <a:ext cx="7239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08f71833cd36324d2433f1a1371faf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396" y="3581533"/>
            <a:ext cx="651622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21018" y="3468052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pic>
        <p:nvPicPr>
          <p:cNvPr id="12" name="Picture 11" descr="p_cf3ba2aee8499b6bfff7b742929ea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222" y="4402250"/>
            <a:ext cx="948849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9072" y="4288769"/>
            <a:ext cx="253746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40" y="1225296"/>
            <a:ext cx="475407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0767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392b1c2e1ccf1f0ed18e8a19b00a4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392" y="226811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37578" y="2091690"/>
            <a:ext cx="1950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apply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1dd68f1d81eae60707dcf4e8733c17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016" y="3142507"/>
            <a:ext cx="474024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59" y="3840480"/>
            <a:ext cx="6294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4714875"/>
            <a:ext cx="29337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dfcf563a063a8099a2fb3411aaeb27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992" y="4891297"/>
            <a:ext cx="407365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25357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40" y="1225296"/>
            <a:ext cx="475407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20001" y="1307084"/>
            <a:ext cx="8686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c50ca1af6e5cb63a214207d6bd1a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217" y="1324864"/>
            <a:ext cx="907084" cy="36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12302" y="1307084"/>
            <a:ext cx="807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2fe1acb6fa0e34f83d3803038a773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49" y="1324864"/>
            <a:ext cx="792479" cy="3657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41230" y="1307084"/>
            <a:ext cx="12725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I.42)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2364" y="1849882"/>
            <a:ext cx="33223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3d7571718536714d28777bc3c5a8db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492" y="1880108"/>
            <a:ext cx="744582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85075" y="1849882"/>
            <a:ext cx="30022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conterminous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7596" y="2210562"/>
            <a:ext cx="24307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continuation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392b1c2e1ccf1f0ed18e8a19b00a48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492" y="2240788"/>
            <a:ext cx="744582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47075" y="2210562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4707" y="2622041"/>
            <a:ext cx="12115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cb40104dc85e1fb818ab8427fe4fe5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4243" y="2671826"/>
            <a:ext cx="744582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58826" y="2622041"/>
            <a:ext cx="1569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till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meets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502438941dd1e70bd1055a25f382fda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4874" y="2639821"/>
            <a:ext cx="1455088" cy="3657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59963" y="2622041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2136" y="3164839"/>
            <a:ext cx="8077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72595f9b0a7ae89d90a2ee6cd239ed7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8584" y="3195065"/>
            <a:ext cx="744582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13167" y="3164839"/>
            <a:ext cx="28651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till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meets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beca99e35537928b6229f5423129406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5535" y="3195065"/>
            <a:ext cx="744582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440118" y="3164839"/>
            <a:ext cx="150876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continued;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5899" y="3651757"/>
            <a:ext cx="807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75160cb0163c65e230e405c369ff9c9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2347" y="3669537"/>
            <a:ext cx="1455088" cy="36575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77436" y="3651757"/>
            <a:ext cx="12344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70e10d4a440415aaab28e551eaebeac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5260" y="3701541"/>
            <a:ext cx="744582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999843" y="3651757"/>
            <a:ext cx="18669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produced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1372" y="4068317"/>
            <a:ext cx="11963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17932bc9c3c3042c04980fa734f7c32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8716" y="4098543"/>
            <a:ext cx="744582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53299" y="4068317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36" name="Picture 35" descr="p_281c176aa726ba21546c82e7db71c24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7073" y="4497578"/>
            <a:ext cx="907084" cy="36575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84158" y="4479797"/>
            <a:ext cx="12725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I.43)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6009" y="5022596"/>
            <a:ext cx="6248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4c50ca1af6e5cb63a214207d6bd1a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153" y="5040376"/>
            <a:ext cx="907084" cy="36575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3238" y="5022596"/>
            <a:ext cx="11125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41" name="Picture 40" descr="p_37b2e2d03051879df91dfb6e4529bda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9668" y="5507736"/>
            <a:ext cx="1075334" cy="36575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95002" y="5489956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9727" y="5957316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4" name="Picture 43" descr="p_47917424c58c95fc2a95ab4c324e754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68159" y="5975096"/>
            <a:ext cx="1572767" cy="36575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0927" y="5957316"/>
            <a:ext cx="32232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I.29,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const.).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83" y="1225296"/>
            <a:ext cx="4342192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966085"/>
            <a:ext cx="4015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figure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b39da2778b5612de4de1825cb7c903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624" y="3142507"/>
            <a:ext cx="364885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48509" y="2966085"/>
            <a:ext cx="2644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6484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3d980cff493133399746cc42b8b95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728" y="4016902"/>
            <a:ext cx="429114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59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83" y="1225296"/>
            <a:ext cx="4342192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7025" y="1511825"/>
            <a:ext cx="990599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c15162711f495ca73bee081119e41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77" y="1584989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96047" y="1511825"/>
            <a:ext cx="792479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88fe8f3d155a6c1a72ca0e5272250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03" y="1584989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76573" y="1511825"/>
            <a:ext cx="330708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dividing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rectilinear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4439" y="2036333"/>
            <a:ext cx="288798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figure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361" y="2614389"/>
            <a:ext cx="16230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6dbb6cddbbec1f5370b51c97051dab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0081" y="2650748"/>
            <a:ext cx="1128037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08118" y="2614389"/>
            <a:ext cx="12039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4f01c179810cf50f97e8ec5618ec64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1558" y="2650748"/>
            <a:ext cx="968102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29661" y="2614389"/>
            <a:ext cx="14478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5003" y="3192444"/>
            <a:ext cx="4953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4c15162711f495ca73bee081119e41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15" y="3265608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47785" y="3192444"/>
            <a:ext cx="10287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1250ace8c006d8aba9328dfc68ed0d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1017" y="3228804"/>
            <a:ext cx="833458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94476" y="3192444"/>
            <a:ext cx="12039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df986f56024c9f2c8dbc789e1080bd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7916" y="3228804"/>
            <a:ext cx="968102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16019" y="3192444"/>
            <a:ext cx="14478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9693" y="3770500"/>
            <a:ext cx="4953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b88fe8f3d155a6c1a72ca0e5272250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05" y="3843664"/>
            <a:ext cx="856270" cy="3154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52475" y="3770500"/>
            <a:ext cx="10287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c12cfffc90ddb521443c882d7e69918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5707" y="3806859"/>
            <a:ext cx="824079" cy="4206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89787" y="3770500"/>
            <a:ext cx="12039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f8713eff7a121f1d6f3cad7885b22b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3227" y="3806859"/>
            <a:ext cx="968102" cy="4206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11330" y="3770500"/>
            <a:ext cx="14478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I.44)</a:t>
            </a:r>
          </a:p>
        </p:txBody>
      </p:sp>
      <p:pic>
        <p:nvPicPr>
          <p:cNvPr id="32" name="Picture 31" descr="p_152967aa46302a978ebeaafc487d8d4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3008" y="4384915"/>
            <a:ext cx="983517" cy="4206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30976" y="4926611"/>
            <a:ext cx="7239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0402bd9227273141cc5ba6bce501b74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0368" y="4999775"/>
            <a:ext cx="523390" cy="3154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23758" y="4926611"/>
            <a:ext cx="52806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I.14,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6316" y="5644626"/>
            <a:ext cx="1135379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f8713eff7a121f1d6f3cad7885b22b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4892" y="5680985"/>
            <a:ext cx="968102" cy="42062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52995" y="5644626"/>
            <a:ext cx="142494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2963"/>
            <a:ext cx="5074920" cy="4875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45567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b9a209102323b07ac4ed3cb046762a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440" y="3142507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21626" y="2966085"/>
            <a:ext cx="7086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322325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2963"/>
            <a:ext cx="5074920" cy="4875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1767" y="1236802"/>
            <a:ext cx="9143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2867ea822c9e088ba0f777a1c98e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559" y="1255471"/>
            <a:ext cx="2438704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2264" y="1236802"/>
            <a:ext cx="18440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I.11,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9470" y="1724990"/>
            <a:ext cx="9143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850fb98cacba771ecefe27f36c9bbd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262" y="1743659"/>
            <a:ext cx="1527843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9105" y="1724990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843" y="2294928"/>
            <a:ext cx="17678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1cf998b7fe9cb1ddd4f69e4fd74b61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387" y="2347201"/>
            <a:ext cx="781812" cy="2880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59199" y="2294928"/>
            <a:ext cx="107441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drawn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4f1bb22c9ce92687fe3ce5202a8b90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9007" y="2313597"/>
            <a:ext cx="926724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35731" y="2294928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1481" y="2808516"/>
            <a:ext cx="495300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3108d6577422efbf7146de49cca270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7993" y="2744508"/>
            <a:ext cx="480060" cy="480060"/>
          </a:xfrm>
          <a:prstGeom prst="rect">
            <a:avLst/>
          </a:prstGeom>
        </p:spPr>
      </p:pic>
      <p:pic>
        <p:nvPicPr>
          <p:cNvPr id="20" name="Picture 19" descr="p_73f4c284ceb4609e1745c4549c536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0261" y="3493135"/>
            <a:ext cx="2073859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04121" y="3474466"/>
            <a:ext cx="11810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2" name="Picture 21" descr="p_6f22c91cef20f91341657831c4643cc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119" y="4063072"/>
            <a:ext cx="1152144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43263" y="4044403"/>
            <a:ext cx="11810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4" name="Picture 23" descr="p_0372d362985a8f37e57e8eb3594dfe3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7551" y="4551260"/>
            <a:ext cx="166420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01759" y="4532591"/>
            <a:ext cx="14249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I.29),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4719" y="5102529"/>
            <a:ext cx="681228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remaining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7399" y="5481243"/>
            <a:ext cx="83058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I.34).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1274" y="5910757"/>
            <a:ext cx="784860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4adf59f0eb072e105bf3fa299db78f6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9434" y="5963030"/>
            <a:ext cx="423437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12872" y="5910757"/>
            <a:ext cx="205739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5f09393013710bf3bd05e85bb6c6a5e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7736" y="5846749"/>
            <a:ext cx="480060" cy="4800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47796" y="5910757"/>
            <a:ext cx="3825240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square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30).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0" y="1225296"/>
            <a:ext cx="4914439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198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80418525b3955350d6785d6807892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928" y="2268112"/>
            <a:ext cx="632650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62578" y="2091690"/>
            <a:ext cx="1897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3268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hypotenuse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0df7ab4cc6506ead6856bb6d7db1d8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3142507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91402" y="2966085"/>
            <a:ext cx="24765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840480"/>
            <a:ext cx="53721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sum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67c65111c80de4d9825373b61d85e1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401690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0759" y="4714875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ec12b3bb62a2ea75370e17a8d09b38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591" y="4891297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46778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0" y="1225296"/>
            <a:ext cx="4914439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88871" y="1283589"/>
            <a:ext cx="487680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df7ab4cc6506ead6856bb6d7db1d8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287" y="1306258"/>
            <a:ext cx="558437" cy="2057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7725" y="1283589"/>
            <a:ext cx="236219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67c65111c80de4d9825373b61d85e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973" y="1306258"/>
            <a:ext cx="558437" cy="2057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5410" y="1283589"/>
            <a:ext cx="236219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ec12b3bb62a2ea75370e17a8d09b38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658" y="1306258"/>
            <a:ext cx="558437" cy="2057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03095" y="1283589"/>
            <a:ext cx="2484119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squares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8528" y="1648777"/>
            <a:ext cx="69342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ed69dff83195210239304e1a92c030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536" y="1662112"/>
            <a:ext cx="1091316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64852" y="1648777"/>
            <a:ext cx="19811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I.31);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831e71fa52333ba4b32bf95879083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084" y="1686115"/>
            <a:ext cx="558437" cy="2057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98521" y="1648777"/>
            <a:ext cx="56388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1831e71fa52333ba4b32bf95879083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9897" y="1686115"/>
            <a:ext cx="558437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98335" y="1648777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21" name="Picture 20" descr="p_ca01e6371d5bf2613b102ed1e48733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6454" y="2069211"/>
            <a:ext cx="613954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70408" y="2055876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4625" y="2462974"/>
            <a:ext cx="128778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each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add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7f4971695aca5780b6c549683350fd7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5121" y="2476309"/>
            <a:ext cx="41148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96601" y="2462974"/>
            <a:ext cx="24384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: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92d6e4cfe8ec37ce89c18d9b4e0d4fe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945" y="2476309"/>
            <a:ext cx="580292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62237" y="2462974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8" name="Picture 27" descr="p_d7421979ab57b5395752b2a2dc99b33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1415" y="2883408"/>
            <a:ext cx="1481328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92743" y="2870073"/>
            <a:ext cx="56388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0eb1f93ff5e85aa5a2b70a5535894b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4119" y="2883408"/>
            <a:ext cx="1481328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15447" y="2870073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2" name="Picture 31" descr="p_b165cac9852430f1888e06ae9fc1da9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091" y="3290506"/>
            <a:ext cx="493272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11363" y="3277171"/>
            <a:ext cx="93725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4778" y="3684270"/>
            <a:ext cx="72390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Again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e2345313c5f2f0f3f16d7676e919ab4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4170" y="3697605"/>
            <a:ext cx="1210586" cy="274320"/>
          </a:xfrm>
          <a:prstGeom prst="rect">
            <a:avLst/>
          </a:prstGeom>
        </p:spPr>
      </p:pic>
      <p:pic>
        <p:nvPicPr>
          <p:cNvPr id="36" name="Picture 35" descr="p_f97bb41acf2c005cc4bb10024717629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6462" y="4104703"/>
            <a:ext cx="625089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31552" y="4091368"/>
            <a:ext cx="10515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I.41),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7320" y="4498467"/>
            <a:ext cx="5181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2222cca982252807dc419546e46b6ef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2120" y="4511802"/>
            <a:ext cx="538573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40694" y="4498467"/>
            <a:ext cx="10515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I.41);</a:t>
            </a:r>
          </a:p>
        </p:txBody>
      </p:sp>
      <p:pic>
        <p:nvPicPr>
          <p:cNvPr id="41" name="Picture 40" descr="p_1588fd8762538bf6403fe1d4c341865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0354" y="4918900"/>
            <a:ext cx="526154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26508" y="4905565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9535" y="5312664"/>
            <a:ext cx="3825240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44" name="Picture 43" descr="p_a84622f74f2e9bc4f862623e200e1e6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79712" y="5691187"/>
            <a:ext cx="367437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047150" y="5677852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94851" y="6084951"/>
            <a:ext cx="7086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7" name="Picture 46" descr="p_bb1e847080a151726444a08680f800b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2051" y="6098286"/>
            <a:ext cx="652072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04123" y="6084951"/>
            <a:ext cx="9753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3281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7b061176b3187ed760caef2ddbb61a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60" y="226811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38746" y="2091690"/>
            <a:ext cx="101345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7056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1844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b29a2476dc10aa9413a605c1b88366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263" y="4016902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51450" y="3840480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561212ea3168668cbd850d580a90aa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338" y="401690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84525" y="3840480"/>
            <a:ext cx="21335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6" name="Picture 15" descr="p_1b743cf302dbce2f19a5a9900090ea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4891297"/>
            <a:ext cx="38796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8726" y="4714875"/>
            <a:ext cx="6522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subtended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2825" y="1225423"/>
            <a:ext cx="8839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815a54370c11132ef4a4d9cc036f0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233" y="1243203"/>
            <a:ext cx="1772529" cy="36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2762" y="1225423"/>
            <a:ext cx="7086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791edd1150eb11e7af8acdaede996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962" y="1243203"/>
            <a:ext cx="1222683" cy="3657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72645" y="1225423"/>
            <a:ext cx="17297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I.11,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388" y="1768221"/>
            <a:ext cx="131825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91445636414429350408139636a03e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268" y="1798447"/>
            <a:ext cx="744582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97851" y="1768221"/>
            <a:ext cx="7162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also.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6655" y="2205101"/>
            <a:ext cx="8382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Since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3b89d043fadd810a0770be1d68ae14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7487" y="2222881"/>
            <a:ext cx="1975103" cy="3657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62591" y="2205101"/>
            <a:ext cx="11125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18" name="Picture 17" descr="p_ee42e6a5eb97538cc5fcea66bb1d97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998" y="2765679"/>
            <a:ext cx="1802674" cy="36575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58672" y="2747899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20" name="Picture 19" descr="p_ff33089096a37ebf9c2bce10639270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843" y="3233038"/>
            <a:ext cx="3557847" cy="3657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27951" y="3682618"/>
            <a:ext cx="6248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2ac24cde9632d1679463e56313bc91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095" y="3700399"/>
            <a:ext cx="2560320" cy="36575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78415" y="3682618"/>
            <a:ext cx="134111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I.47),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447" y="4225417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2bce56621ee4daa43292b1e5253cca0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879" y="4243197"/>
            <a:ext cx="2560320" cy="36575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5199" y="4225417"/>
            <a:ext cx="9220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27" name="Picture 26" descr="p_30c5fcdce2ba2d83cd4040b51bb86b9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8912" y="4710557"/>
            <a:ext cx="1976845" cy="36575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45758" y="4692777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9" name="Picture 28" descr="p_c5bd5105facc08307d17090dedb5c47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1975" y="5177917"/>
            <a:ext cx="1950720" cy="36575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32695" y="5160137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7401" y="5627497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f072f91ccd974902a3a7ab43e83ae44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5833" y="5645277"/>
            <a:ext cx="865051" cy="36575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00885" y="5627497"/>
            <a:ext cx="1188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I.8),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0564" y="6094857"/>
            <a:ext cx="18059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consequently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1b743cf302dbce2f19a5a9900090ea2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5588" y="6125083"/>
            <a:ext cx="287382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52971" y="6094857"/>
            <a:ext cx="299466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angle.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